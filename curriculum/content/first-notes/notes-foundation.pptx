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102e7e80434657" /><Relationship Type="http://schemas.openxmlformats.org/officeDocument/2006/relationships/extended-properties" Target="/docProps/app.xml" Id="Rd1c973c22c744bb1" /><Relationship Type="http://schemas.openxmlformats.org/officeDocument/2006/relationships/officeDocument" Target="/ppt/presentation.xml" Id="R622382e4a52546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dce5b47ede4fc2"/>
    <p:sldMasterId xmlns:r="http://schemas.openxmlformats.org/officeDocument/2006/relationships" id="2147483655" r:id="R5801fde166454b58"/>
  </p:sldMasterIdLst>
  <p:notesMasterIdLst>
    <p:notesMasterId xmlns:r="http://schemas.openxmlformats.org/officeDocument/2006/relationships" r:id="Ra1da2d12bdd8480e"/>
  </p:notesMasterIdLst>
  <p:sldIdLst>
    <p:sldId xmlns:r="http://schemas.openxmlformats.org/officeDocument/2006/relationships" id="256" r:id="R26c56dd8cbf540f9"/>
    <p:sldId xmlns:r="http://schemas.openxmlformats.org/officeDocument/2006/relationships" id="257" r:id="Rfeb2eda2da5446ca"/>
    <p:sldId xmlns:r="http://schemas.openxmlformats.org/officeDocument/2006/relationships" id="258" r:id="R7adcf616c5004167"/>
    <p:sldId xmlns:r="http://schemas.openxmlformats.org/officeDocument/2006/relationships" id="259" r:id="Rb364f21d4ac34f45"/>
    <p:sldId xmlns:r="http://schemas.openxmlformats.org/officeDocument/2006/relationships" id="260" r:id="Rcd61b3304b304980"/>
    <p:sldId xmlns:r="http://schemas.openxmlformats.org/officeDocument/2006/relationships" id="261" r:id="R9911062fb2804bda"/>
    <p:sldId xmlns:r="http://schemas.openxmlformats.org/officeDocument/2006/relationships" id="262" r:id="R036697a1b3d8469c"/>
    <p:sldId xmlns:r="http://schemas.openxmlformats.org/officeDocument/2006/relationships" id="263" r:id="R75f1a1a1fa7e4441"/>
    <p:sldId xmlns:r="http://schemas.openxmlformats.org/officeDocument/2006/relationships" id="264" r:id="Rcfdd7531251b4bdc"/>
    <p:sldId xmlns:r="http://schemas.openxmlformats.org/officeDocument/2006/relationships" id="265" r:id="Rf4898ab825994259"/>
    <p:sldId xmlns:r="http://schemas.openxmlformats.org/officeDocument/2006/relationships" id="266" r:id="R3f47f12c0666443d"/>
    <p:sldId xmlns:r="http://schemas.openxmlformats.org/officeDocument/2006/relationships" id="267" r:id="Rcfceebd210bb49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7b5b0f18f24993" /><Relationship Type="http://schemas.openxmlformats.org/officeDocument/2006/relationships/slideMaster" Target="/ppt/slideMasters/slideMaster1.xml" Id="Rc3dce5b47ede4fc2" /><Relationship Type="http://schemas.openxmlformats.org/officeDocument/2006/relationships/slideMaster" Target="/ppt/slideMasters/slideMaster2.xml" Id="R5801fde166454b58" /><Relationship Type="http://schemas.openxmlformats.org/officeDocument/2006/relationships/notesMaster" Target="/ppt/notesMasters/notesMaster1.xml" Id="Ra1da2d12bdd8480e" /><Relationship Type="http://schemas.openxmlformats.org/officeDocument/2006/relationships/presProps" Target="/ppt/presProps.xml" Id="R35f4e3c129044e95" /><Relationship Type="http://schemas.openxmlformats.org/officeDocument/2006/relationships/tableStyles" Target="/ppt/tableStyles.xml" Id="R518b6eb4e5e74df3" /><Relationship Type="http://schemas.openxmlformats.org/officeDocument/2006/relationships/slide" Target="/ppt/slides/slide1.xml" Id="R26c56dd8cbf540f9" /><Relationship Type="http://schemas.openxmlformats.org/officeDocument/2006/relationships/slide" Target="/ppt/slides/slide2.xml" Id="Rfeb2eda2da5446ca" /><Relationship Type="http://schemas.openxmlformats.org/officeDocument/2006/relationships/slide" Target="/ppt/slides/slide3.xml" Id="R7adcf616c5004167" /><Relationship Type="http://schemas.openxmlformats.org/officeDocument/2006/relationships/slide" Target="/ppt/slides/slide4.xml" Id="Rb364f21d4ac34f45" /><Relationship Type="http://schemas.openxmlformats.org/officeDocument/2006/relationships/slide" Target="/ppt/slides/slide5.xml" Id="Rcd61b3304b304980" /><Relationship Type="http://schemas.openxmlformats.org/officeDocument/2006/relationships/slide" Target="/ppt/slides/slide6.xml" Id="R9911062fb2804bda" /><Relationship Type="http://schemas.openxmlformats.org/officeDocument/2006/relationships/slide" Target="/ppt/slides/slide7.xml" Id="R036697a1b3d8469c" /><Relationship Type="http://schemas.openxmlformats.org/officeDocument/2006/relationships/slide" Target="/ppt/slides/slide8.xml" Id="R75f1a1a1fa7e4441" /><Relationship Type="http://schemas.openxmlformats.org/officeDocument/2006/relationships/slide" Target="/ppt/slides/slide9.xml" Id="Rcfdd7531251b4bdc" /><Relationship Type="http://schemas.openxmlformats.org/officeDocument/2006/relationships/slide" Target="/ppt/slides/slide10.xml" Id="Rf4898ab825994259" /><Relationship Type="http://schemas.openxmlformats.org/officeDocument/2006/relationships/slide" Target="/ppt/slides/slide11.xml" Id="R3f47f12c0666443d" /><Relationship Type="http://schemas.openxmlformats.org/officeDocument/2006/relationships/slide" Target="/ppt/slides/slide12.xml" Id="Rcfceebd210bb49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21197e1797f45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MotifPath">
      <a:dk1>
        <a:srgbClr val="05072C"/>
      </a:dk1>
      <a:lt1>
        <a:srgbClr val="FFFFFF"/>
      </a:lt1>
      <a:dk2>
        <a:srgbClr val="1A1633"/>
      </a:dk2>
      <a:lt2>
        <a:srgbClr val="FBFAFF"/>
      </a:lt2>
      <a:accent1>
        <a:srgbClr val="6D28E0"/>
      </a:accent1>
      <a:accent2>
        <a:srgbClr val="C97CFF"/>
      </a:accent2>
      <a:accent3>
        <a:srgbClr val="1E7A4C"/>
      </a:accent3>
      <a:accent4>
        <a:srgbClr val="C4362F"/>
      </a:accent4>
      <a:accent5>
        <a:srgbClr val="B45309"/>
      </a:accent5>
      <a:accent6>
        <a:srgbClr val="E4D6FF"/>
      </a:accent6>
      <a:hlink>
        <a:srgbClr val="6D28E0"/>
      </a:hlink>
      <a:folHlink>
        <a:srgbClr val="6D28E0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MotifPat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f1a3bbb9ca42e5" /><Relationship Type="http://schemas.openxmlformats.org/officeDocument/2006/relationships/notesMaster" Target="/ppt/notesMasters/notesMaster1.xml" Id="Rdbecde5e6c014b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11ae5401794c36" /><Relationship Type="http://schemas.openxmlformats.org/officeDocument/2006/relationships/notesMaster" Target="/ppt/notesMasters/notesMaster1.xml" Id="Recd34a736f294a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3d0cbdc4ea4021" /><Relationship Type="http://schemas.openxmlformats.org/officeDocument/2006/relationships/notesMaster" Target="/ppt/notesMasters/notesMaster1.xml" Id="R34d19da336f446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746a296f6d498f" /><Relationship Type="http://schemas.openxmlformats.org/officeDocument/2006/relationships/notesMaster" Target="/ppt/notesMasters/notesMaster1.xml" Id="Rc4f758ad4d7249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c90e66e35d49b0" /><Relationship Type="http://schemas.openxmlformats.org/officeDocument/2006/relationships/notesMaster" Target="/ppt/notesMasters/notesMaster1.xml" Id="Rb8e892dde5834a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dd6d8b61134b42" /><Relationship Type="http://schemas.openxmlformats.org/officeDocument/2006/relationships/notesMaster" Target="/ppt/notesMasters/notesMaster1.xml" Id="Rdfb8d3a20ff7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9dbed006af466e" /><Relationship Type="http://schemas.openxmlformats.org/officeDocument/2006/relationships/notesMaster" Target="/ppt/notesMasters/notesMaster1.xml" Id="R850e7c36eb364f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9fb841108546b9" /><Relationship Type="http://schemas.openxmlformats.org/officeDocument/2006/relationships/notesMaster" Target="/ppt/notesMasters/notesMaster1.xml" Id="Rfbcc4521e16746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8db20208fb4f28" /><Relationship Type="http://schemas.openxmlformats.org/officeDocument/2006/relationships/notesMaster" Target="/ppt/notesMasters/notesMaster1.xml" Id="Rbef56c59b64942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95bc291a7549e4" /><Relationship Type="http://schemas.openxmlformats.org/officeDocument/2006/relationships/notesMaster" Target="/ppt/notesMasters/notesMaster1.xml" Id="Rbf11d51a3e8840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3ba96a7f0748b0" /><Relationship Type="http://schemas.openxmlformats.org/officeDocument/2006/relationships/notesMaster" Target="/ppt/notesMasters/notesMaster1.xml" Id="R9a19ce9ca17f4c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f688d908dd4a02" /><Relationship Type="http://schemas.openxmlformats.org/officeDocument/2006/relationships/notesMaster" Target="/ppt/notesMasters/notesMaster1.xml" Id="R7880c70f07a947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objetivo: usar uma referência para nomear e comparar notas. Não é reconhecimento sem referência.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editorial: curriculum/pilots/first-notes.md, 5dd5707. Texto completo: notes-foundation.pt-BR.md.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Reproduza A-phrase. Depois use A-direction: o segundo som desce. Diferencie altura de volume. Os exemplos são eletrônicos.</a:t>
            </a:r>
          </a:p>
          <a:p xmlns:a="http://schemas.openxmlformats.org/drawingml/2006/main">
            <a:r>
              <a:t>Áudios, na ordem: assets/audio/A-phrase.wav</a:t>
            </a:r>
          </a:p>
          <a:p xmlns:a="http://schemas.openxmlformats.org/drawingml/2006/main">
            <a:r>
              <a:t>Fonte editorial: curriculum/pilots/first-notes.md, 5dd5707. Texto completo: notes-foundation.pt-BR.md.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a correspondência completa. Aqui usamos Dó=C e Si=B. O aluno pode consultar a referência em todas as atividades.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editorial: curriculum/pilots/first-notes.md, 5dd5707. Texto completo: notes-foundation.pt-BR.md.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Reproduza A-octave. A comparação de oitavas não é uma pergunta de altura idêntica. Reserve correspondência exata para os exercícios de referência.</a:t>
            </a:r>
          </a:p>
          <a:p xmlns:a="http://schemas.openxmlformats.org/drawingml/2006/main">
            <a:r>
              <a:t>Áudios, na ordem: assets/audio/A-octave.wav</a:t>
            </a:r>
          </a:p>
          <a:p xmlns:a="http://schemas.openxmlformats.org/drawingml/2006/main">
            <a:r>
              <a:t>Fonte editorial: curriculum/pilots/first-notes.md, 5dd5707. Texto completo: notes-foundation.pt-BR.md.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Reproduza os pares separadamente. No sistema usado, 12 semitons iguais completam uma oitava. Não apresente essa divisão como universal a todas as culturas/afinações.</a:t>
            </a:r>
          </a:p>
          <a:p xmlns:a="http://schemas.openxmlformats.org/drawingml/2006/main">
            <a:r>
              <a:t>Áudios, na ordem: assets/audio/A-semitone.wav, assets/audio/A-tone.wav</a:t>
            </a:r>
          </a:p>
          <a:p xmlns:a="http://schemas.openxmlformats.org/drawingml/2006/main">
            <a:r>
              <a:t>Fonte editorial: curriculum/pilots/first-notes.md, 5dd5707. Texto completo: notes-foundation.pt-BR.md.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os outros pares naturais adjacentes ficam separados por um tom. Não diga que Mi♯/Fá♭ são impossíveis: apenas não fazem parte deste exemplo.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editorial: curriculum/pilots/first-notes.md, 5dd5707. Texto completo: notes-foundation.pt-BR.md.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afinação usada, Dó♯ e Ré♭ têm a mesma altura. As grafias dependem do contexto musical; não prometa intercambialidade universal.</a:t>
            </a:r>
          </a:p>
          <a:p xmlns:a="http://schemas.openxmlformats.org/drawingml/2006/main">
            <a:r>
              <a:t>Áudios, na ordem: assets/audio/A-enharmonic.wav</a:t>
            </a:r>
          </a:p>
          <a:p xmlns:a="http://schemas.openxmlformats.org/drawingml/2006/main">
            <a:r>
              <a:t>Fonte editorial: curriculum/pilots/first-notes.md, 5dd5707. Texto completo: notes-foundation.pt-BR.md.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Reproduza A-twelve acompanhando as posições 0–12. O último Dó pertence à próxima oitava. São 12 deslocamentos, não 13 classes de altura.</a:t>
            </a:r>
          </a:p>
          <a:p xmlns:a="http://schemas.openxmlformats.org/drawingml/2006/main">
            <a:r>
              <a:t>Áudios, na ordem: assets/audio/A-twelve.wav</a:t>
            </a:r>
          </a:p>
          <a:p xmlns:a="http://schemas.openxmlformats.org/drawingml/2006/main">
            <a:r>
              <a:t>Fonte editorial: curriculum/pilots/first-notes.md, 5dd5707. Texto completo: notes-foundation.pt-BR.md.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Pergunta A-match-1 em practice.json. Não mostre nomes ou o gabarito das opções. Não revele o slide seguinte antes da tentativa.</a:t>
            </a:r>
          </a:p>
          <a:p xmlns:a="http://schemas.openxmlformats.org/drawingml/2006/main">
            <a:r>
              <a:t>Áudios, na ordem: assets/audio/q1-ref.wav, assets/audio/q1-a.wav, assets/audio/q1-b.wav, assets/audio/q1-c.wav</a:t>
            </a:r>
          </a:p>
          <a:p xmlns:a="http://schemas.openxmlformats.org/drawingml/2006/main">
            <a:r>
              <a:t>Fonte editorial: curriculum/pilots/first-notes.md, 5dd5707. Texto completo: notes-foundation.pt-BR.md.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primeira: A está acima, B abaixo. Nova tentativa A-match-retry: resposta A. Guarde a resposta da nova tentativa nas notas até o aluno responder.</a:t>
            </a:r>
          </a:p>
          <a:p xmlns:a="http://schemas.openxmlformats.org/drawingml/2006/main">
            <a:r>
              <a:t>Áudios, na ordem: assets/audio/q2-ref.wav, assets/audio/q2-a.wav, assets/audio/q2-b.wav, assets/audio/q2-c.wav</a:t>
            </a:r>
          </a:p>
          <a:p xmlns:a="http://schemas.openxmlformats.org/drawingml/2006/main">
            <a:r>
              <a:t>Fonte editorial: curriculum/pilots/first-notes.md, 5dd5707. Texto completo: notes-foundation.pt-BR.md.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Respostas: Mi–Fá tem um; Dó até Ré tem dois. Se o aluno contar três, peça que conte deslocamentos e não nomes. Retry: Si–Dó e Fá–Fá♯–Sol.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editorial: curriculum/pilots/first-notes.md, 5dd5707. Texto completo: notes-foundation.pt-BR.md.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Dó–Ré e Ré–Mi são tons. Imitação vocal opcional em registro confortável. Não há captura, nota ou conclusão de fluência. Consulte a aula escrita e o mapa para repetir.</a:t>
            </a:r>
          </a:p>
          <a:p xmlns:a="http://schemas.openxmlformats.org/drawingml/2006/main">
            <a:r>
              <a:t>Áudios, na ordem: assets/audio/A-phrase.wav</a:t>
            </a:r>
          </a:p>
          <a:p xmlns:a="http://schemas.openxmlformats.org/drawingml/2006/main">
            <a:r>
              <a:t>Fonte editorial: curriculum/pilots/first-notes.md, 5dd5707. Texto completo: notes-foundation.pt-BR.md.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abaa9e37046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d0cc5ee7046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7468684ce4a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bec35f0ee46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72fdedb594e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45aaac9ce433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b17eacaf734a7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4d658de4b3434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392c6fd2f6422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573819503540a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172bd77669474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925a64aa7349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4B2642-DE02-4BEC-85FE-773311217E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6F9F81-8D6F-4B26-9DE6-51A0FA81F1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353D37-32DE-4D8C-8ABD-49E1DF7B28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EDB958-A827-44E7-BB89-EC62DAE60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06AF55-5203-4D13-AD6A-349734B272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B01E47-BF6E-454B-B3FF-AD13264998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A83A43-3331-45E1-B042-E9B0C67FA5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E40B2A-731B-4281-BC86-219A33DE67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4F2315-E1FF-4C26-98BB-E089CA6D46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0C1BE0-E504-4A81-B679-8A8A2414E8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9498EA6-F9EC-472F-8BCC-269D1F4A06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162050"/>
            <a:ext cx="109728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FCF5B2F-4D01-435F-8333-3A4EDD9D06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0"/>
            <a:ext cx="109728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[Content]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6FA9902-4C95-4AF0-98C9-0FD3ED9139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162050"/>
            <a:ext cx="109728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2FECCA3-293A-42FB-9933-CEB0143CC0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0"/>
            <a:ext cx="504825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[Content]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Media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245FBC4-8FFE-4F85-B686-43962AF9FC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162050"/>
            <a:ext cx="109728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C170014-ECFE-45F4-883E-66E80D96D5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5286375"/>
            <a:ext cx="10972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[Content]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Practice promp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6CE34D0-1C01-4C01-8DF8-BF0000C7D0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162050"/>
            <a:ext cx="109728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69DC8CD-D3E8-4837-8564-9F2A2623B3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571750"/>
            <a:ext cx="109728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[Content]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Section head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2AAC359-CCB7-4E49-B92E-A540B88465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162050"/>
            <a:ext cx="109728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017210DB-2442-431A-BC76-CFC047F816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3524250"/>
            <a:ext cx="10972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[Content]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Diagram and explan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D466ACA-4003-44D1-A041-75E7700860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162050"/>
            <a:ext cx="109728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BF85AD0A-0798-4792-AAD8-A5A5536583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34375" y="2381250"/>
            <a:ext cx="314325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[Content]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6a740b469c4141" /><Relationship Type="http://schemas.openxmlformats.org/officeDocument/2006/relationships/slideLayout" Target="/ppt/slideLayouts/slideLayout1.xml" Id="R5dbe1f044f7943eb" /><Relationship Type="http://schemas.openxmlformats.org/officeDocument/2006/relationships/slideLayout" Target="/ppt/slideLayouts/slideLayout2.xml" Id="Rea89352f7c4e4fb3" /><Relationship Type="http://schemas.openxmlformats.org/officeDocument/2006/relationships/slideLayout" Target="/ppt/slideLayouts/slideLayout3.xml" Id="Re6431cf028814ac2" /><Relationship Type="http://schemas.openxmlformats.org/officeDocument/2006/relationships/slideLayout" Target="/ppt/slideLayouts/slideLayout4.xml" Id="R0ae288600d4f4da8" /><Relationship Type="http://schemas.openxmlformats.org/officeDocument/2006/relationships/slideLayout" Target="/ppt/slideLayouts/slideLayout5.xml" Id="R24c2cecac4fa4978" /><Relationship Type="http://schemas.openxmlformats.org/officeDocument/2006/relationships/slideLayout" Target="/ppt/slideLayouts/slideLayout6.xml" Id="Rb68b23b1dcf24cf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a3d8060cbc1423d" /><Relationship Type="http://schemas.openxmlformats.org/officeDocument/2006/relationships/slideLayout" Target="/ppt/slideLayouts/slideLayout7.xml" Id="R458b5a6a3555426a" /><Relationship Type="http://schemas.openxmlformats.org/officeDocument/2006/relationships/slideLayout" Target="/ppt/slideLayouts/slideLayout8.xml" Id="R02bb11828ffc4fd9" /><Relationship Type="http://schemas.openxmlformats.org/officeDocument/2006/relationships/slideLayout" Target="/ppt/slideLayouts/slideLayout9.xml" Id="Rf38c6f7cf03f4665" /><Relationship Type="http://schemas.openxmlformats.org/officeDocument/2006/relationships/slideLayout" Target="/ppt/slideLayouts/slideLayout10.xml" Id="R9b03e4da99fa4919" /><Relationship Type="http://schemas.openxmlformats.org/officeDocument/2006/relationships/slideLayout" Target="/ppt/slideLayouts/slideLayout11.xml" Id="Ra8c4ef2ca7b444a3" /><Relationship Type="http://schemas.openxmlformats.org/officeDocument/2006/relationships/slideLayout" Target="/ppt/slideLayouts/slideLayout12.xml" Id="R150e1eb4b0e84b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be1f044f7943eb"/>
    <p:sldLayoutId xmlns:r="http://schemas.openxmlformats.org/officeDocument/2006/relationships" id="2147483650" r:id="Rea89352f7c4e4fb3"/>
    <p:sldLayoutId xmlns:r="http://schemas.openxmlformats.org/officeDocument/2006/relationships" id="2147483651" r:id="Re6431cf028814ac2"/>
    <p:sldLayoutId xmlns:r="http://schemas.openxmlformats.org/officeDocument/2006/relationships" id="2147483652" r:id="R0ae288600d4f4da8"/>
    <p:sldLayoutId xmlns:r="http://schemas.openxmlformats.org/officeDocument/2006/relationships" id="2147483653" r:id="R24c2cecac4fa4978"/>
    <p:sldLayoutId xmlns:r="http://schemas.openxmlformats.org/officeDocument/2006/relationships" id="2147483654" r:id="Rb68b23b1dcf24c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otifPath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458b5a6a3555426a"/>
    <p:sldLayoutId xmlns:r="http://schemas.openxmlformats.org/officeDocument/2006/relationships" id="2147483657" r:id="R02bb11828ffc4fd9"/>
    <p:sldLayoutId xmlns:r="http://schemas.openxmlformats.org/officeDocument/2006/relationships" id="2147483658" r:id="Rf38c6f7cf03f4665"/>
    <p:sldLayoutId xmlns:r="http://schemas.openxmlformats.org/officeDocument/2006/relationships" id="2147483659" r:id="R9b03e4da99fa4919"/>
    <p:sldLayoutId xmlns:r="http://schemas.openxmlformats.org/officeDocument/2006/relationships" id="2147483660" r:id="Ra8c4ef2ca7b444a3"/>
    <p:sldLayoutId xmlns:r="http://schemas.openxmlformats.org/officeDocument/2006/relationships" id="2147483661" r:id="R150e1eb4b0e84ba4"/>
  </p:sldLayoutIdLst>
</p:sldMaster>
</file>

<file path=ppt/slideMasters/theme/theme2.xml><?xml version="1.0" encoding="utf-8"?>
<a:theme xmlns:a="http://schemas.openxmlformats.org/drawingml/2006/main" name="ChatGPT">
  <a:themeElements>
    <a:clrScheme name="MotifPath">
      <a:dk1>
        <a:srgbClr val="05072C"/>
      </a:dk1>
      <a:lt1>
        <a:srgbClr val="FFFFFF"/>
      </a:lt1>
      <a:dk2>
        <a:srgbClr val="1A1633"/>
      </a:dk2>
      <a:lt2>
        <a:srgbClr val="FBFAFF"/>
      </a:lt2>
      <a:accent1>
        <a:srgbClr val="6D28E0"/>
      </a:accent1>
      <a:accent2>
        <a:srgbClr val="C97CFF"/>
      </a:accent2>
      <a:accent3>
        <a:srgbClr val="1E7A4C"/>
      </a:accent3>
      <a:accent4>
        <a:srgbClr val="C4362F"/>
      </a:accent4>
      <a:accent5>
        <a:srgbClr val="B45309"/>
      </a:accent5>
      <a:accent6>
        <a:srgbClr val="E4D6FF"/>
      </a:accent6>
      <a:hlink>
        <a:srgbClr val="6D28E0"/>
      </a:hlink>
      <a:folHlink>
        <a:srgbClr val="6D28E0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MotifPat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MotifPath">
      <a:dk1>
        <a:srgbClr val="05072C"/>
      </a:dk1>
      <a:lt1>
        <a:srgbClr val="FFFFFF"/>
      </a:lt1>
      <a:dk2>
        <a:srgbClr val="1A1633"/>
      </a:dk2>
      <a:lt2>
        <a:srgbClr val="FBFAFF"/>
      </a:lt2>
      <a:accent1>
        <a:srgbClr val="6D28E0"/>
      </a:accent1>
      <a:accent2>
        <a:srgbClr val="C97CFF"/>
      </a:accent2>
      <a:accent3>
        <a:srgbClr val="1E7A4C"/>
      </a:accent3>
      <a:accent4>
        <a:srgbClr val="C4362F"/>
      </a:accent4>
      <a:accent5>
        <a:srgbClr val="B45309"/>
      </a:accent5>
      <a:accent6>
        <a:srgbClr val="E4D6FF"/>
      </a:accent6>
      <a:hlink>
        <a:srgbClr val="6D28E0"/>
      </a:hlink>
      <a:folHlink>
        <a:srgbClr val="6D28E0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MotifPat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bfcd09c45442d" /><Relationship Type="http://schemas.openxmlformats.org/officeDocument/2006/relationships/image" Target="/ppt/media/image.png" Id="R70384bb04a96405b" /><Relationship Type="http://schemas.openxmlformats.org/officeDocument/2006/relationships/image" Target="/ppt/media/image2.png" Id="Rb2f6544801ce451f" /><Relationship Type="http://schemas.openxmlformats.org/officeDocument/2006/relationships/image" Target="/ppt/media/image3.png" Id="Rb973dee430a944c5" /><Relationship Type="http://schemas.openxmlformats.org/officeDocument/2006/relationships/notesSlide" Target="/ppt/notesSlides/notesSlide1.xml" Id="R696784d468104b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761f74b7374fa3" /><Relationship Type="http://schemas.openxmlformats.org/officeDocument/2006/relationships/image" Target="/ppt/media/image4.png" Id="Rc7a8971e07924df9" /><Relationship Type="http://schemas.openxmlformats.org/officeDocument/2006/relationships/notesSlide" Target="/ppt/notesSlides/notesSlide2.xml" Id="Raa521648c00d45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5e2326ee34e27" /><Relationship Type="http://schemas.openxmlformats.org/officeDocument/2006/relationships/image" Target="/ppt/media/image4.png" Id="R9f24e859f0ec45d6" /><Relationship Type="http://schemas.openxmlformats.org/officeDocument/2006/relationships/notesSlide" Target="/ppt/notesSlides/notesSlide3.xml" Id="R16d7ff0f406045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9afe96d4c4454" /><Relationship Type="http://schemas.openxmlformats.org/officeDocument/2006/relationships/image" Target="/ppt/media/image5.png" Id="R108cd1d41e804998" /><Relationship Type="http://schemas.openxmlformats.org/officeDocument/2006/relationships/notesSlide" Target="/ppt/notesSlides/notesSlide4.xml" Id="Ree24bcf60acb46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43dfddc394cb8" /><Relationship Type="http://schemas.openxmlformats.org/officeDocument/2006/relationships/image" Target="/ppt/media/image4.png" Id="R702002b530cd47d8" /><Relationship Type="http://schemas.openxmlformats.org/officeDocument/2006/relationships/notesSlide" Target="/ppt/notesSlides/notesSlide5.xml" Id="R88430800b7c647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c17ee1fb5f495d" /><Relationship Type="http://schemas.openxmlformats.org/officeDocument/2006/relationships/image" Target="/ppt/media/image4.png" Id="R29e4bec7744549d1" /><Relationship Type="http://schemas.openxmlformats.org/officeDocument/2006/relationships/notesSlide" Target="/ppt/notesSlides/notesSlide6.xml" Id="Rc3cc6d7cb1fd46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7a56627fff4044" /><Relationship Type="http://schemas.openxmlformats.org/officeDocument/2006/relationships/image" Target="/ppt/media/image4.png" Id="Ra0db5d3b356d4903" /><Relationship Type="http://schemas.openxmlformats.org/officeDocument/2006/relationships/notesSlide" Target="/ppt/notesSlides/notesSlide7.xml" Id="Re2d5d2b312df42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3d5c4e157421e" /><Relationship Type="http://schemas.openxmlformats.org/officeDocument/2006/relationships/image" Target="/ppt/media/image4.png" Id="R11ceadd1e8d64c56" /><Relationship Type="http://schemas.openxmlformats.org/officeDocument/2006/relationships/notesSlide" Target="/ppt/notesSlides/notesSlide8.xml" Id="R031998e971a44c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c1700b3d547ae" /><Relationship Type="http://schemas.openxmlformats.org/officeDocument/2006/relationships/notesSlide" Target="/ppt/notesSlides/notesSlide9.xml" Id="Rf3b6ece515914b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4dbed15864028" /><Relationship Type="http://schemas.openxmlformats.org/officeDocument/2006/relationships/image" Target="/ppt/media/image4.png" Id="Rf41c81c8a81a45ce" /><Relationship Type="http://schemas.openxmlformats.org/officeDocument/2006/relationships/notesSlide" Target="/ppt/notesSlides/notesSlide10.xml" Id="Rf55c9fd86b194a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2b46675d7f43e9" /><Relationship Type="http://schemas.openxmlformats.org/officeDocument/2006/relationships/image" Target="/ppt/media/image4.png" Id="R6df41121f6404feb" /><Relationship Type="http://schemas.openxmlformats.org/officeDocument/2006/relationships/notesSlide" Target="/ppt/notesSlides/notesSlide11.xml" Id="R730f3f4031e944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3ad8961cc4afa" /><Relationship Type="http://schemas.openxmlformats.org/officeDocument/2006/relationships/image" Target="/ppt/media/image5.png" Id="Rc33c19ab24114e90" /><Relationship Type="http://schemas.openxmlformats.org/officeDocument/2006/relationships/notesSlide" Target="/ppt/notesSlides/notesSlide12.xml" Id="R09f3c1133d2f49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580C8-B82C-4D1A-AEED-B21B30D246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84bb04a96405b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8429E-F761-495C-A407-6E862EBA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MotifPath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02308-ED93-4BAC-8AB5-CF02316D73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6544801ce451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D1062-AFF6-491E-BE9A-BC3002F731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3dee430a944c5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ECDAB-E172-437F-9C24-D249999E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MotifPath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9144A-13EF-4300-B4C6-17953521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85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Conheça as</a:t>
            </a:r>
          </a:p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notas musicais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AE3E1-DE18-49F0-BFD0-7F61EC85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E4D6FF"/>
                </a:solidFill>
                <a:latin typeface="Manrope"/>
                <a:ea typeface="Manrope"/>
                <a:cs typeface="Manrope"/>
              </a:rPr>
              <a:t>Nomes, semitons e uma frase para acompanhar</a:t>
            </a:r>
          </a:p>
        </p:txBody>
      </p:sp>
    </p:spTree>
    <p:extLst>
      <p:ext uri="{BB962C8B-B14F-4D97-AF65-F5344CB8AC3E}">
        <p14:creationId xmlns:p14="http://schemas.microsoft.com/office/powerpoint/2010/main" val="632070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870AE-1E83-4932-BB95-E9C5B28AF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8971e07924df9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074E2-ABD2-46B6-8FBA-ADF02E4E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Uma frase antes dos nomes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34B8D-36DE-4E36-A5AF-C637DA34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Dó   Ré   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2FDEF-F12A-47D7-9BC4-98367614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Ouça a frase. O som sobe do mais grave para o mais agudo.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40000-4B94-43CC-9E32-879730D6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870AE-1E83-4932-BB95-E9C5B28AF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4e859f0ec45d6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A4974-2439-4A3B-B8DD-0AD62F8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Os nomes e as letras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89090-6D31-48CD-9F16-F03FD435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3225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Dó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1A385-E675-4067-8690-9B7C889B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1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2280B-3B8A-4DFB-91B2-839CA2C0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6225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3225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Ré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7935E-8E1F-4B5B-9879-55036240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6237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1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A6F0B-17DE-4DFE-8041-895501A7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6225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3225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Mi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D5BB1-48C9-4AE4-90A2-9363D0C8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6237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1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C8F2F-21CF-4CB4-BD8A-4E20C5A5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3225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Fá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F721D-A763-4AC8-871D-7EC7DB1F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6237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1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87A23-38A9-4DC4-B08F-1E7465C4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6225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3225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Sol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ECCD4-CDCB-4472-B150-5938DF5D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6237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1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064D4-7E75-44BF-89AB-717E6435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6225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3225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Lá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1286A-7A9B-44A1-BC59-C7BBDDBB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6237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1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3928D1-6167-4BBF-B386-A403062D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6225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3225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E202E-9DE1-4DD5-97D1-052C4811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6237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1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4440B-2F16-4AF4-9BD0-B493A639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F37B8-7586-4673-957C-582E835F7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cd1d41e804998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1A42A-2F10-413F-B6E1-63841DEA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MotifPath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097F9-82C7-44EE-8B7F-E859E7D7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O mesmo nome em outra oitava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FF671-D146-4A33-A75E-FDAFAEC0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Dó              Dó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98D79-3C82-4ED8-84DA-6FEA5E84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E4D6FF"/>
                </a:solidFill>
                <a:latin typeface="Manrope"/>
                <a:ea typeface="Manrope"/>
                <a:cs typeface="Manrope"/>
              </a:rPr>
              <a:t>O nome se repete em outro registro. As duas alturas não são idênticas.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977CB-8313-493C-9FA5-5A9FF2A2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E4D6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84734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870AE-1E83-4932-BB95-E9C5B28AF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002b530cd47d8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A25C6-DCFE-4160-9B50-6A18AEEA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Um semitom e um tom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EF1C6-3F35-426B-9345-AD1AD828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Mi–Fá       Dó–Ré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99958-05C6-4611-B061-7717475E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Um semitom                 Dois semitons, ou um tom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DE5C3-CA97-4D2D-B4DF-BC94E196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870AE-1E83-4932-BB95-E9C5B28AF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4bec7744549d1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AA780-9921-447A-9721-9F90535A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Mi–Fá e Si–Dó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23EF7-1E1A-426F-A36F-9D89125C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Vizinhos de semitom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11853-D1E2-4EB4-B45B-CC02FC4F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Os nomes naturais não ficam todos à mesma distância.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2EB32-D0F4-45A8-93C1-F9B194D8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870AE-1E83-4932-BB95-E9C5B28AF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b5d3b356d4903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0A4A0-9FC4-4F57-8BF7-28704796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Sustenido e bemol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BD2B1-A627-44BC-87A0-F4809A4C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Dó♯ = Ré♭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BFB07-C6D5-4E3D-A5BF-CA7CAAFA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O sustenido sobe um semitom. O bemol desce um semitom.</a:t>
            </a:r>
          </a:p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Na afinação desta aula, Dó♯ e Ré♭ têm a mesma altura.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7DBF7-2F64-417B-954B-FEDF206A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870AE-1E83-4932-BB95-E9C5B28AF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eadd1e8d64c56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50A81-2EC8-46E6-B2B4-1DA5A50B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Uma oitava em pequenos passos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8D70B-741C-4C66-B752-1D8A3B35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83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B6209-B0FA-47DC-8017-1543538C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A13EE-5511-4F0C-8F9A-E81E0E5A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14625"/>
            <a:ext cx="83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C♯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C0A1F-A042-4C63-BA8F-4A7BB314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19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EE1B6-A00A-4A37-85EE-A84816BF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14625"/>
            <a:ext cx="83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9E01F-E33E-4ECE-B415-A12FCB68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19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4A3CC-D2F8-4823-8938-B3B86FF5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83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D♯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7DDD2-7632-4E65-8F3E-4D6705B9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19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BE197-D21B-42CF-9AA2-203DB772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14625"/>
            <a:ext cx="83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49DB4-FA11-4B8A-8828-BA5E8876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19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027526-16AA-48E7-A40B-1B0FD1F9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14625"/>
            <a:ext cx="83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61108-80EE-48B6-9A54-CFC86413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19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DCC96-3447-4BC1-A1C4-0CA15515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14625"/>
            <a:ext cx="83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F♯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E1B1A-2D98-49FE-A96E-A6197DBD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19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A2D9E-B0D9-4F55-AC10-F61B3A9A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14625"/>
            <a:ext cx="83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9C545C-AEE8-4B11-B1CD-8033D604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19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47090-D091-4D4A-86CB-9AA578F9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14625"/>
            <a:ext cx="83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G♯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DA62E-CA58-474E-9DF6-D47F1E86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19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C3F6D-C390-4D71-9A2F-C776EA11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14625"/>
            <a:ext cx="83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EC5CE1-48C9-4672-A011-AE2D9B8A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4F422-F05D-4A81-86F0-96C283F7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83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A♯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41B6F7-20EF-4203-8C55-F8EBBA44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7677E6-666F-4859-8C92-4B6BDCF3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14625"/>
            <a:ext cx="83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D242C8-84E7-4C13-B26C-71874305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19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11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7FCBF4-ACD5-484F-9416-3594EE18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14625"/>
            <a:ext cx="83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2625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02C7B4-F7F4-4AB1-A3DD-6FE2C636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619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12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09938D-8001-43F0-9307-9A39963A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3225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12 semitons entre os dois Dós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8FDD9A-F5ED-400F-ACC3-C01C7C54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Cada número marca um deslocamento a partir do primeiro Dó.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A75343-9719-49C6-80EA-3707B2E2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6D2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3D689-BD88-4EAE-8BB7-D6F4ACAC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MotifPath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E1988-2A71-4A73-A502-E2DFB90E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Sua vez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39CD3-4624-4721-B55E-C0083180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8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Qual som repete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8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 referência?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5E1E6-37CD-40C2-A5ED-D0C4817C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Ouça Dó. Compare Som A, Som B e Som C.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Você pode repetir os áudios.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21529-8487-4570-B56B-06908464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E4D6FF"/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156690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870AE-1E83-4932-BB95-E9C5B28AF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c81c8a81a45ce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C37CA-41E3-4C6D-A5B6-FB147373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Comparação e nova tentativa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010B1-23E7-4758-B862-E98FBCD5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Compare uma opção por vez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3EF65-9E01-47AB-915C-5A2F83C5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Na primeira pergunta, Som C repete Dó.</a:t>
            </a:r>
          </a:p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Agora ouça a referência Mi e tente de novo.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A1EB4-3F7E-4079-BC46-12FE62F2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870AE-1E83-4932-BB95-E9C5B28AF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41121f6404feb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7572D-A998-4102-8F87-8E1017C9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Distâncias no mapa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30113-7D76-4D3B-B8E9-0BD5E47A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Mi–Fá       Dó–Dó♯–Ré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AA950-6E15-45A6-A480-8BA9BA3C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Qual percurso tem um semitom?</a:t>
            </a:r>
          </a:p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Qual tem dois, formando um tom?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B81DA-EEB6-45F6-A7A6-A8CC5CFE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F37B8-7586-4673-957C-582E835F7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c19ab24114e90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1A42A-2F10-413F-B6E1-63841DEA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MotifPath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DFD96-F290-4EA6-87EB-B1D822A3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Uma frase com nomes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9907E-62EE-4183-B6DE-886EB399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Dó   Ré   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00355-0EC7-457F-84C5-D29B1DFD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E4D6FF"/>
                </a:solidFill>
                <a:latin typeface="Manrope"/>
                <a:ea typeface="Manrope"/>
                <a:cs typeface="Manrope"/>
              </a:rPr>
              <a:t>Acompanhe os nomes e confira as distâncias.</a:t>
            </a:r>
          </a:p>
          <a:p xmlns:a="http://schemas.openxmlformats.org/drawingml/2006/main">
            <a:pPr>
              <a:defRPr sz="225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E4D6FF"/>
                </a:solidFill>
                <a:latin typeface="Manrope"/>
                <a:ea typeface="Manrope"/>
                <a:cs typeface="Manrope"/>
              </a:rPr>
              <a:t>Depois, encontre outra nota vizinha no mapa.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3796A-7678-4BE9-8480-5B46897A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E4D6FF"/>
                </a:solidFill>
                <a:latin typeface="Manrope"/>
                <a:ea typeface="Manrope"/>
                <a:cs typeface="Manrop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18473445"/>
      </p:ext>
    </p:extLst>
  </p:cSld>
</p:sld>
</file>

<file path=ppt/theme/theme1.xml><?xml version="1.0" encoding="utf-8"?>
<a:theme xmlns:a="http://schemas.openxmlformats.org/drawingml/2006/main" name="ChatGPT">
  <a:themeElements>
    <a:clrScheme name="MotifPath">
      <a:dk1>
        <a:srgbClr val="05072C"/>
      </a:dk1>
      <a:lt1>
        <a:srgbClr val="FFFFFF"/>
      </a:lt1>
      <a:dk2>
        <a:srgbClr val="1A1633"/>
      </a:dk2>
      <a:lt2>
        <a:srgbClr val="FBFAFF"/>
      </a:lt2>
      <a:accent1>
        <a:srgbClr val="6D28E0"/>
      </a:accent1>
      <a:accent2>
        <a:srgbClr val="C97CFF"/>
      </a:accent2>
      <a:accent3>
        <a:srgbClr val="1E7A4C"/>
      </a:accent3>
      <a:accent4>
        <a:srgbClr val="C4362F"/>
      </a:accent4>
      <a:accent5>
        <a:srgbClr val="B45309"/>
      </a:accent5>
      <a:accent6>
        <a:srgbClr val="E4D6FF"/>
      </a:accent6>
      <a:hlink>
        <a:srgbClr val="6D28E0"/>
      </a:hlink>
      <a:folHlink>
        <a:srgbClr val="6D28E0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MotifPat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2026-10-18T23:28:58.2440000Z</dcterms:created>
  <dcterms:modified xsi:type="dcterms:W3CDTF">2026-10-18T23:28:58.2440000Z</dcterms:modified>
</coreProperties>
</file>