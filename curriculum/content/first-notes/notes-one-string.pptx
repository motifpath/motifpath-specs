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2482ccbb9f4e92" /><Relationship Type="http://schemas.openxmlformats.org/officeDocument/2006/relationships/extended-properties" Target="/docProps/app.xml" Id="Rde4d0e711ceb459b" /><Relationship Type="http://schemas.openxmlformats.org/officeDocument/2006/relationships/officeDocument" Target="/ppt/presentation.xml" Id="R620dbc66fef64d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512f9b13724623"/>
    <p:sldMasterId xmlns:r="http://schemas.openxmlformats.org/officeDocument/2006/relationships" id="2147483655" r:id="Ra2a47d9fb1cd4c15"/>
  </p:sldMasterIdLst>
  <p:notesMasterIdLst>
    <p:notesMasterId xmlns:r="http://schemas.openxmlformats.org/officeDocument/2006/relationships" r:id="Reccc157f87a946e2"/>
  </p:notesMasterIdLst>
  <p:sldIdLst>
    <p:sldId xmlns:r="http://schemas.openxmlformats.org/officeDocument/2006/relationships" id="256" r:id="R3305c764947c4e6d"/>
    <p:sldId xmlns:r="http://schemas.openxmlformats.org/officeDocument/2006/relationships" id="257" r:id="Rf63d918c0d354d53"/>
    <p:sldId xmlns:r="http://schemas.openxmlformats.org/officeDocument/2006/relationships" id="258" r:id="R35d300dfb32d4302"/>
    <p:sldId xmlns:r="http://schemas.openxmlformats.org/officeDocument/2006/relationships" id="259" r:id="R9524c61af2164ae1"/>
    <p:sldId xmlns:r="http://schemas.openxmlformats.org/officeDocument/2006/relationships" id="260" r:id="R0a09b852afb94a80"/>
    <p:sldId xmlns:r="http://schemas.openxmlformats.org/officeDocument/2006/relationships" id="261" r:id="R3aae4f77351349c8"/>
    <p:sldId xmlns:r="http://schemas.openxmlformats.org/officeDocument/2006/relationships" id="262" r:id="R3c86aaa2fa8f4744"/>
    <p:sldId xmlns:r="http://schemas.openxmlformats.org/officeDocument/2006/relationships" id="263" r:id="R61b1d1b3e7864bd3"/>
    <p:sldId xmlns:r="http://schemas.openxmlformats.org/officeDocument/2006/relationships" id="264" r:id="Raf8ac940f4444e7a"/>
    <p:sldId xmlns:r="http://schemas.openxmlformats.org/officeDocument/2006/relationships" id="265" r:id="Rc391969ef7154238"/>
    <p:sldId xmlns:r="http://schemas.openxmlformats.org/officeDocument/2006/relationships" id="266" r:id="R730b4b51e96c47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74ce5644354ad7" /><Relationship Type="http://schemas.openxmlformats.org/officeDocument/2006/relationships/slideMaster" Target="/ppt/slideMasters/slideMaster1.xml" Id="R2f512f9b13724623" /><Relationship Type="http://schemas.openxmlformats.org/officeDocument/2006/relationships/slideMaster" Target="/ppt/slideMasters/slideMaster2.xml" Id="Ra2a47d9fb1cd4c15" /><Relationship Type="http://schemas.openxmlformats.org/officeDocument/2006/relationships/notesMaster" Target="/ppt/notesMasters/notesMaster1.xml" Id="Reccc157f87a946e2" /><Relationship Type="http://schemas.openxmlformats.org/officeDocument/2006/relationships/presProps" Target="/ppt/presProps.xml" Id="Re4fe4cd6d7a34d73" /><Relationship Type="http://schemas.openxmlformats.org/officeDocument/2006/relationships/tableStyles" Target="/ppt/tableStyles.xml" Id="R7144cd20279c4604" /><Relationship Type="http://schemas.openxmlformats.org/officeDocument/2006/relationships/slide" Target="/ppt/slides/slide1.xml" Id="R3305c764947c4e6d" /><Relationship Type="http://schemas.openxmlformats.org/officeDocument/2006/relationships/slide" Target="/ppt/slides/slide2.xml" Id="Rf63d918c0d354d53" /><Relationship Type="http://schemas.openxmlformats.org/officeDocument/2006/relationships/slide" Target="/ppt/slides/slide3.xml" Id="R35d300dfb32d4302" /><Relationship Type="http://schemas.openxmlformats.org/officeDocument/2006/relationships/slide" Target="/ppt/slides/slide4.xml" Id="R9524c61af2164ae1" /><Relationship Type="http://schemas.openxmlformats.org/officeDocument/2006/relationships/slide" Target="/ppt/slides/slide5.xml" Id="R0a09b852afb94a80" /><Relationship Type="http://schemas.openxmlformats.org/officeDocument/2006/relationships/slide" Target="/ppt/slides/slide6.xml" Id="R3aae4f77351349c8" /><Relationship Type="http://schemas.openxmlformats.org/officeDocument/2006/relationships/slide" Target="/ppt/slides/slide7.xml" Id="R3c86aaa2fa8f4744" /><Relationship Type="http://schemas.openxmlformats.org/officeDocument/2006/relationships/slide" Target="/ppt/slides/slide8.xml" Id="R61b1d1b3e7864bd3" /><Relationship Type="http://schemas.openxmlformats.org/officeDocument/2006/relationships/slide" Target="/ppt/slides/slide9.xml" Id="Raf8ac940f4444e7a" /><Relationship Type="http://schemas.openxmlformats.org/officeDocument/2006/relationships/slide" Target="/ppt/slides/slide10.xml" Id="Rc391969ef7154238" /><Relationship Type="http://schemas.openxmlformats.org/officeDocument/2006/relationships/slide" Target="/ppt/slides/slide11.xml" Id="R730b4b51e96c47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cac455ef267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MotifPath">
      <a:dk1>
        <a:srgbClr val="05072C"/>
      </a:dk1>
      <a:lt1>
        <a:srgbClr val="FFFFFF"/>
      </a:lt1>
      <a:dk2>
        <a:srgbClr val="1A1633"/>
      </a:dk2>
      <a:lt2>
        <a:srgbClr val="FBFAFF"/>
      </a:lt2>
      <a:accent1>
        <a:srgbClr val="6D28E0"/>
      </a:accent1>
      <a:accent2>
        <a:srgbClr val="C97CFF"/>
      </a:accent2>
      <a:accent3>
        <a:srgbClr val="1E7A4C"/>
      </a:accent3>
      <a:accent4>
        <a:srgbClr val="C4362F"/>
      </a:accent4>
      <a:accent5>
        <a:srgbClr val="B45309"/>
      </a:accent5>
      <a:accent6>
        <a:srgbClr val="E4D6FF"/>
      </a:accent6>
      <a:hlink>
        <a:srgbClr val="6D28E0"/>
      </a:hlink>
      <a:folHlink>
        <a:srgbClr val="6D28E0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otifPat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4321c438b04d4d" /><Relationship Type="http://schemas.openxmlformats.org/officeDocument/2006/relationships/notesMaster" Target="/ppt/notesMasters/notesMaster1.xml" Id="Rda36a03dc8b643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37f4cd90d84a7d" /><Relationship Type="http://schemas.openxmlformats.org/officeDocument/2006/relationships/notesMaster" Target="/ppt/notesMasters/notesMaster1.xml" Id="R5f162934ca754f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e9e0ff235e4040" /><Relationship Type="http://schemas.openxmlformats.org/officeDocument/2006/relationships/notesMaster" Target="/ppt/notesMasters/notesMaster1.xml" Id="R2d38def160f147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1ce61a270b4ce5" /><Relationship Type="http://schemas.openxmlformats.org/officeDocument/2006/relationships/notesMaster" Target="/ppt/notesMasters/notesMaster1.xml" Id="R1020f750a5e441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6f4b111e2c4856" /><Relationship Type="http://schemas.openxmlformats.org/officeDocument/2006/relationships/notesMaster" Target="/ppt/notesMasters/notesMaster1.xml" Id="R68ace3975c6e42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a6c4a463c14eea" /><Relationship Type="http://schemas.openxmlformats.org/officeDocument/2006/relationships/notesMaster" Target="/ppt/notesMasters/notesMaster1.xml" Id="R1fbf4bc6a05c4c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f1458d41ef422f" /><Relationship Type="http://schemas.openxmlformats.org/officeDocument/2006/relationships/notesMaster" Target="/ppt/notesMasters/notesMaster1.xml" Id="Rfa78b71db7124e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0f5a13159b49f4" /><Relationship Type="http://schemas.openxmlformats.org/officeDocument/2006/relationships/notesMaster" Target="/ppt/notesMasters/notesMaster1.xml" Id="Rac1c214122a24a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7f78046fa24d20" /><Relationship Type="http://schemas.openxmlformats.org/officeDocument/2006/relationships/notesMaster" Target="/ppt/notesMasters/notesMaster1.xml" Id="R2ececa3dede147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0f6a693d414568" /><Relationship Type="http://schemas.openxmlformats.org/officeDocument/2006/relationships/notesMaster" Target="/ppt/notesMasters/notesMaster1.xml" Id="R7dca819cc9cf4b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4c8165252f4c20" /><Relationship Type="http://schemas.openxmlformats.org/officeDocument/2006/relationships/notesMaster" Target="/ppt/notesMasters/notesMaster1.xml" Id="R97f74b5349134f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Unidade independente, nível iniciante, pt_BR. O alvo é localizar posições na sexta corda. Não comprova todas as notas das cordas Mi e Lá.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Ouça B-phrase. O storyboard mostra posições; não contém filmagem de técnica. Use o diagrama e as referências para conferir as notas.</a:t>
            </a:r>
          </a:p>
          <a:p xmlns:a="http://schemas.openxmlformats.org/drawingml/2006/main">
            <a:r>
              <a:t>Áudios, na ordem: assets/audio/B-phrase.wav</a:t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sexta corda é a mais grossa. Se a afinação não estiver confirmada, faça a parte visual primeiro. Corda solta significa sem pressionar casas. Postura e palheta confortáveis; não force a mão.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casa adjacente sobe um semitom na mesma corda. Posição zero antes da pestana, casas entre os trastes. O diagrama mostra só a sexta corda.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solta com casa 1. Pressione perto do traste do lado do corpo sem ficar em cima do metal. Use só a pressão necessária. A casa não é o número do dedo.</a:t>
            </a:r>
          </a:p>
          <a:p xmlns:a="http://schemas.openxmlformats.org/drawingml/2006/main">
            <a:r>
              <a:t>Áudios, na ordem: assets/audio/B-fret-0.wav, assets/audio/B-fret-1.wav</a:t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Percurso casa 1 Fá, casa 2 Fá♯, casa 3 Sol. Dois deslocamentos equivalem a um tom. Preserve o semitom intermediário ao contar.</a:t>
            </a:r>
          </a:p>
          <a:p xmlns:a="http://schemas.openxmlformats.org/drawingml/2006/main">
            <a:r>
              <a:t>Áudios, na ordem: assets/audio/B-fret-1.wav, assets/audio/B-fret-2.wav, assets/audio/B-fret-3.wav</a:t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B-find-G em practice.json. Retire o mapa rotulado da vista se quiser avaliar lembrança; usá-lo continua válido como raciocínio com referência, não memorização.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Casa 2 é Fá♯ e casa 4 é Sol♯. Retry: comece em Fá e avance um tom. Compare a altura, não o timbre. Se não combinar, confira afinação/casa antes de apertar mais.</a:t>
            </a:r>
          </a:p>
          <a:p xmlns:a="http://schemas.openxmlformats.org/drawingml/2006/main">
            <a:r>
              <a:t>Áudios, na ordem: assets/audio/B-fret-3.wav</a:t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B-find-A em practice.json. Para tocar a casa 5, mude a posição da mão em vez de forçar abertura. Sem instrumento, aponte posições e acompanhe o áudio.</a:t>
            </a:r>
          </a:p>
          <a:p xmlns:a="http://schemas.openxmlformats.org/drawingml/2006/main">
            <a:r>
              <a:t>Áudios, na ordem: assets/audio/B-fret-3.wav, assets/audio/B-fret-4.wav, assets/audio/B-fret-5.wav</a:t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Rubrica: sexta corda, sequência correta, notas soando sem força excessiva, nomes e posições conferidos. Se difícil, repita Mi–Fá e depois inclua Sol. Interrompa se sentir dor. Sem avaliação automática.</a:t>
            </a:r>
          </a:p>
          <a:p xmlns:a="http://schemas.openxmlformats.org/drawingml/2006/main">
            <a:r>
              <a:t>Áudios, na ordem: assets/audio/B-phrase.wav</a:t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Praticou apenas uma parte da corda Mi. Sem guitarra, a atividade é localizar posições e comparar referências, não comprovar execução física.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 editorial: curriculum/pilots/first-notes.md, 5dd5707. Texto completo: notes-one-string.pt-BR.md. Respostas e critérios: practice.json. Referências tonais: assets/manifest.json. Direitos: materiais originais para piloto editorial interno. Método e notas: https://open-musictheory.github.io/docs/fundamentals/scales/ e https://musictheory.pugetsound.edu/mt21c/HalfStepsAndWholeSteps.html. Sem publicação ou avaliação automática.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c110f8d23483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2ae34882140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8641fb226144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17ae02bf647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10fb9750c4c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4e8665e8d480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05d9f8bd6641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96b3ab97c3490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b6924cb7c4d4ae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13d9b5f21042b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106b9956094c8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a59a2214a942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4B2642-DE02-4BEC-85FE-773311217E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6F9F81-8D6F-4B26-9DE6-51A0FA81F1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353D37-32DE-4D8C-8ABD-49E1DF7B28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EDB958-A827-44E7-BB89-EC62DAE60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06AF55-5203-4D13-AD6A-349734B272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B01E47-BF6E-454B-B3FF-AD13264998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A83A43-3331-45E1-B042-E9B0C67FA5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9E40B2A-731B-4281-BC86-219A33DE67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4F2315-E1FF-4C26-98BB-E089CA6D4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0C1BE0-E504-4A81-B679-8A8A2414E8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9498EA6-F9EC-472F-8BCC-269D1F4A06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FCF5B2F-4D01-435F-8333-3A4EDD9D06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0"/>
            <a:ext cx="1097280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Two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6FA9902-4C95-4AF0-98C9-0FD3ED9139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82FECCA3-293A-42FB-9933-CEB0143CC0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0"/>
            <a:ext cx="504825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Media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245FBC4-8FFE-4F85-B686-43962AF9F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C170014-ECFE-45F4-883E-66E80D96D5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5286375"/>
            <a:ext cx="10972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Practice promp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6CE34D0-1C01-4C01-8DF8-BF0000C7D0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169DC8CD-D3E8-4837-8564-9F2A2623B3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571750"/>
            <a:ext cx="109728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Section head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72AAC359-CCB7-4E49-B92E-A540B88465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017210DB-2442-431A-BC76-CFC047F816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3524250"/>
            <a:ext cx="10972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Diagram and explan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D466ACA-4003-44D1-A041-75E770086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1162050"/>
            <a:ext cx="109728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[Title]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F85AD0A-0798-4792-AAD8-A5A5536583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34375" y="2381250"/>
            <a:ext cx="3143250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[Content]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58462f0bd0469b" /><Relationship Type="http://schemas.openxmlformats.org/officeDocument/2006/relationships/slideLayout" Target="/ppt/slideLayouts/slideLayout1.xml" Id="Rd6be9914554241e7" /><Relationship Type="http://schemas.openxmlformats.org/officeDocument/2006/relationships/slideLayout" Target="/ppt/slideLayouts/slideLayout2.xml" Id="Rbbc28e4c7dc54659" /><Relationship Type="http://schemas.openxmlformats.org/officeDocument/2006/relationships/slideLayout" Target="/ppt/slideLayouts/slideLayout3.xml" Id="Reed7ec0ab3b940b7" /><Relationship Type="http://schemas.openxmlformats.org/officeDocument/2006/relationships/slideLayout" Target="/ppt/slideLayouts/slideLayout4.xml" Id="R95887e8e810f42cf" /><Relationship Type="http://schemas.openxmlformats.org/officeDocument/2006/relationships/slideLayout" Target="/ppt/slideLayouts/slideLayout5.xml" Id="R5bd77dc4c8f14b75" /><Relationship Type="http://schemas.openxmlformats.org/officeDocument/2006/relationships/slideLayout" Target="/ppt/slideLayouts/slideLayout6.xml" Id="Rd68a73b8ac5a4bc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6b817f7b78436a" /><Relationship Type="http://schemas.openxmlformats.org/officeDocument/2006/relationships/slideLayout" Target="/ppt/slideLayouts/slideLayout7.xml" Id="R4536ed5f1a974b0b" /><Relationship Type="http://schemas.openxmlformats.org/officeDocument/2006/relationships/slideLayout" Target="/ppt/slideLayouts/slideLayout8.xml" Id="Rf4825d042b6a450d" /><Relationship Type="http://schemas.openxmlformats.org/officeDocument/2006/relationships/slideLayout" Target="/ppt/slideLayouts/slideLayout9.xml" Id="Rb6f3ca057f184a5b" /><Relationship Type="http://schemas.openxmlformats.org/officeDocument/2006/relationships/slideLayout" Target="/ppt/slideLayouts/slideLayout10.xml" Id="R90cf40008547483f" /><Relationship Type="http://schemas.openxmlformats.org/officeDocument/2006/relationships/slideLayout" Target="/ppt/slideLayouts/slideLayout11.xml" Id="R481962fafc084a8a" /><Relationship Type="http://schemas.openxmlformats.org/officeDocument/2006/relationships/slideLayout" Target="/ppt/slideLayouts/slideLayout12.xml" Id="Rf13839d3d6ab43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be9914554241e7"/>
    <p:sldLayoutId xmlns:r="http://schemas.openxmlformats.org/officeDocument/2006/relationships" id="2147483650" r:id="Rbbc28e4c7dc54659"/>
    <p:sldLayoutId xmlns:r="http://schemas.openxmlformats.org/officeDocument/2006/relationships" id="2147483651" r:id="Reed7ec0ab3b940b7"/>
    <p:sldLayoutId xmlns:r="http://schemas.openxmlformats.org/officeDocument/2006/relationships" id="2147483652" r:id="R95887e8e810f42cf"/>
    <p:sldLayoutId xmlns:r="http://schemas.openxmlformats.org/officeDocument/2006/relationships" id="2147483653" r:id="R5bd77dc4c8f14b75"/>
    <p:sldLayoutId xmlns:r="http://schemas.openxmlformats.org/officeDocument/2006/relationships" id="2147483654" r:id="Rd68a73b8ac5a4b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otifPath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4536ed5f1a974b0b"/>
    <p:sldLayoutId xmlns:r="http://schemas.openxmlformats.org/officeDocument/2006/relationships" id="2147483657" r:id="Rf4825d042b6a450d"/>
    <p:sldLayoutId xmlns:r="http://schemas.openxmlformats.org/officeDocument/2006/relationships" id="2147483658" r:id="Rb6f3ca057f184a5b"/>
    <p:sldLayoutId xmlns:r="http://schemas.openxmlformats.org/officeDocument/2006/relationships" id="2147483659" r:id="R90cf40008547483f"/>
    <p:sldLayoutId xmlns:r="http://schemas.openxmlformats.org/officeDocument/2006/relationships" id="2147483660" r:id="R481962fafc084a8a"/>
    <p:sldLayoutId xmlns:r="http://schemas.openxmlformats.org/officeDocument/2006/relationships" id="2147483661" r:id="Rf13839d3d6ab438f"/>
  </p:sldLayoutIdLst>
</p:sldMaster>
</file>

<file path=ppt/slideMasters/theme/theme2.xml><?xml version="1.0" encoding="utf-8"?>
<a:theme xmlns:a="http://schemas.openxmlformats.org/drawingml/2006/main" name="ChatGPT">
  <a:themeElements>
    <a:clrScheme name="MotifPath">
      <a:dk1>
        <a:srgbClr val="05072C"/>
      </a:dk1>
      <a:lt1>
        <a:srgbClr val="FFFFFF"/>
      </a:lt1>
      <a:dk2>
        <a:srgbClr val="1A1633"/>
      </a:dk2>
      <a:lt2>
        <a:srgbClr val="FBFAFF"/>
      </a:lt2>
      <a:accent1>
        <a:srgbClr val="6D28E0"/>
      </a:accent1>
      <a:accent2>
        <a:srgbClr val="C97CFF"/>
      </a:accent2>
      <a:accent3>
        <a:srgbClr val="1E7A4C"/>
      </a:accent3>
      <a:accent4>
        <a:srgbClr val="C4362F"/>
      </a:accent4>
      <a:accent5>
        <a:srgbClr val="B45309"/>
      </a:accent5>
      <a:accent6>
        <a:srgbClr val="E4D6FF"/>
      </a:accent6>
      <a:hlink>
        <a:srgbClr val="6D28E0"/>
      </a:hlink>
      <a:folHlink>
        <a:srgbClr val="6D28E0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otifPat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MotifPath">
      <a:dk1>
        <a:srgbClr val="05072C"/>
      </a:dk1>
      <a:lt1>
        <a:srgbClr val="FFFFFF"/>
      </a:lt1>
      <a:dk2>
        <a:srgbClr val="1A1633"/>
      </a:dk2>
      <a:lt2>
        <a:srgbClr val="FBFAFF"/>
      </a:lt2>
      <a:accent1>
        <a:srgbClr val="6D28E0"/>
      </a:accent1>
      <a:accent2>
        <a:srgbClr val="C97CFF"/>
      </a:accent2>
      <a:accent3>
        <a:srgbClr val="1E7A4C"/>
      </a:accent3>
      <a:accent4>
        <a:srgbClr val="C4362F"/>
      </a:accent4>
      <a:accent5>
        <a:srgbClr val="B45309"/>
      </a:accent5>
      <a:accent6>
        <a:srgbClr val="E4D6FF"/>
      </a:accent6>
      <a:hlink>
        <a:srgbClr val="6D28E0"/>
      </a:hlink>
      <a:folHlink>
        <a:srgbClr val="6D28E0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otifPat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0b9fd1470469b" /><Relationship Type="http://schemas.openxmlformats.org/officeDocument/2006/relationships/image" Target="/ppt/media/image.png" Id="R0d67aa8ec72c407d" /><Relationship Type="http://schemas.openxmlformats.org/officeDocument/2006/relationships/image" Target="/ppt/media/image2.png" Id="Rfab9e8e2bb3e41dc" /><Relationship Type="http://schemas.openxmlformats.org/officeDocument/2006/relationships/image" Target="/ppt/media/image3.png" Id="Rcfb5c3def4744389" /><Relationship Type="http://schemas.openxmlformats.org/officeDocument/2006/relationships/notesSlide" Target="/ppt/notesSlides/notesSlide1.xml" Id="Re589ebc3b59f46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a260016934430" /><Relationship Type="http://schemas.openxmlformats.org/officeDocument/2006/relationships/image" Target="/ppt/media/image4.png" Id="Rb0d8d99cb42342f8" /><Relationship Type="http://schemas.openxmlformats.org/officeDocument/2006/relationships/notesSlide" Target="/ppt/notesSlides/notesSlide2.xml" Id="Re631c11c20c24f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817629fe040cb" /><Relationship Type="http://schemas.openxmlformats.org/officeDocument/2006/relationships/image" Target="/ppt/media/image4.png" Id="R015ef56cda204833" /><Relationship Type="http://schemas.openxmlformats.org/officeDocument/2006/relationships/notesSlide" Target="/ppt/notesSlides/notesSlide3.xml" Id="R3fdb512f288d46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b69790b024626" /><Relationship Type="http://schemas.openxmlformats.org/officeDocument/2006/relationships/image" Target="/ppt/media/image4.png" Id="R05c1e9c17b0647a4" /><Relationship Type="http://schemas.openxmlformats.org/officeDocument/2006/relationships/notesSlide" Target="/ppt/notesSlides/notesSlide4.xml" Id="Rf2b1de0aff6849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9ca8533d9445c" /><Relationship Type="http://schemas.openxmlformats.org/officeDocument/2006/relationships/image" Target="/ppt/media/image4.png" Id="R478a1831272544eb" /><Relationship Type="http://schemas.openxmlformats.org/officeDocument/2006/relationships/notesSlide" Target="/ppt/notesSlides/notesSlide5.xml" Id="Rfd371af56ea342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01a5a762b6438c" /><Relationship Type="http://schemas.openxmlformats.org/officeDocument/2006/relationships/image" Target="/ppt/media/image4.png" Id="Rc10d12535a084a3b" /><Relationship Type="http://schemas.openxmlformats.org/officeDocument/2006/relationships/notesSlide" Target="/ppt/notesSlides/notesSlide6.xml" Id="R50718f8431e740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6dd99d5a16439c" /><Relationship Type="http://schemas.openxmlformats.org/officeDocument/2006/relationships/notesSlide" Target="/ppt/notesSlides/notesSlide7.xml" Id="R6322d22fb17441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ece573d06445d" /><Relationship Type="http://schemas.openxmlformats.org/officeDocument/2006/relationships/image" Target="/ppt/media/image4.png" Id="Ra4c330edec7a4741" /><Relationship Type="http://schemas.openxmlformats.org/officeDocument/2006/relationships/notesSlide" Target="/ppt/notesSlides/notesSlide8.xml" Id="R175fde5f73014c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8347acca4a421b" /><Relationship Type="http://schemas.openxmlformats.org/officeDocument/2006/relationships/image" Target="/ppt/media/image4.png" Id="Rb63bc8a2a71045dc" /><Relationship Type="http://schemas.openxmlformats.org/officeDocument/2006/relationships/notesSlide" Target="/ppt/notesSlides/notesSlide9.xml" Id="R9d6d0d15d69043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632547ab1845ec" /><Relationship Type="http://schemas.openxmlformats.org/officeDocument/2006/relationships/image" Target="/ppt/media/image5.png" Id="R499716b3cdb140d7" /><Relationship Type="http://schemas.openxmlformats.org/officeDocument/2006/relationships/notesSlide" Target="/ppt/notesSlides/notesSlide10.xml" Id="R218f9ca58a884f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8ef0f4014049b3" /><Relationship Type="http://schemas.openxmlformats.org/officeDocument/2006/relationships/image" Target="/ppt/media/image4.png" Id="R00803284c479491d" /><Relationship Type="http://schemas.openxmlformats.org/officeDocument/2006/relationships/notesSlide" Target="/ppt/notesSlides/notesSlide11.xml" Id="R66c1caa043034c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57B48-4FE9-46C6-86E3-D67C004398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7aa8ec72c407d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8429E-F761-495C-A407-6E862EBA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16FDC-9AEA-49DC-A66D-6A2405716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9e8e2bb3e41d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B93588-CACF-403B-B26B-EAF1D17158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5c3def4744389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ECDAB-E172-437F-9C24-D249999E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AC454-6DF8-4DD8-986D-355D170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858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Suas primeiras</a:t>
            </a:r>
          </a:p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55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notas na guitarra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61BD1-2C9D-48BB-B32D-B478589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609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210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Uma corda. Casas 0–5. Uma frase completa.</a:t>
            </a:r>
          </a:p>
        </p:txBody>
      </p:sp>
    </p:spTree>
    <p:extLst>
      <p:ext uri="{BB962C8B-B14F-4D97-AF65-F5344CB8AC3E}">
        <p14:creationId xmlns:p14="http://schemas.microsoft.com/office/powerpoint/2010/main" val="6320708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7A80-8DA4-4A2A-82B0-64F901537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8d99cb42342f8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1A04B-72DD-4460-9D82-65E562EF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Uma frase em uma corda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C3F6C-7C4B-4204-A653-3337F7A0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Mi–Fá–Sol–Fá–Mi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EC07C-3E84-4BA7-933E-716EAB87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As posições são 0–1–3–1–0.</a:t>
            </a:r>
          </a:p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O áudio é uma referência eletrônica de altura.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D8146-94AB-4077-82D0-7E0452E6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7A80-8DA4-4A2A-82B0-64F901537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ef56cda204833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D8DBB-9BCE-443B-8E07-A4E6123F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A sexta corda e a posição zero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0CCAC-3D72-4C0F-A9E8-4E12380B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Mi grave = corda solta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135AB-B052-4FFF-A9AF-9D8C3ECB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Afinação padrão, da sexta para a primeira:</a:t>
            </a:r>
          </a:p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Mi   Lá   Ré   Sol   Si  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0F1C1-3F6D-4B34-B67D-A6B4B3EC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7A80-8DA4-4A2A-82B0-64F901537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1e9c17b0647a4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FC9D3-DA99-4298-90D2-F5372020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Um passo de cada vez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19613-3DDC-4248-A368-0613DC70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B54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D8DAB8-E96E-4B36-880A-1DE6B77A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A16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D2ED1-AC5D-48EF-99F4-74714CE5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D0E6A-6524-4F52-A21D-0D1F01DF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AC4FC-47AE-4A16-A91C-57A95861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C5933-EA18-4FF7-B2CF-026E06CA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558EFE-D284-40D1-BFA9-2040043C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5AE6E-3906-48E2-80B9-5AC44CE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C7699-6222-4223-AAA9-FAAE97D3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9549C8-E0D3-4F3D-B933-AF15B5AB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93704D-3214-4BE7-9C47-741B334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163BA-66B1-4B82-B0DE-5BA950E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62FE9D-0D73-431A-A448-0860ABEC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Fá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9058FB-324B-49FC-A87F-548520D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EBAEA-FFF7-4887-90A3-EADE3B68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C9211A-C88B-4084-A21B-A5F886C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Fá♯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D96B5F-0A07-4E32-A541-0A4855B7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9E609-DA59-46CC-A17E-26D8756C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87F14D-13CB-40AB-A62D-DF55E442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Sol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0EAE69-A0C8-4E39-8274-978A2C0D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DD2D0-66FE-4557-B1A1-753B628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C9DF4A-9CAC-47C3-BA31-5A54DCD8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Sol♯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D362F-FC76-4FEA-AF35-684EB56E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447F43-2ED3-4816-907A-5DE27A7B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A1D3DF-CD48-4B09-8BE8-3D2E04E4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Lá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551C52-66DD-4986-917C-E2AF9F14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6ª corda • afinação padrão • direção ao corpo da guitarra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BD7719-60BD-40AB-A35C-3777FED3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7A80-8DA4-4A2A-82B0-64F901537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a1831272544eb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02FC0-E4EF-4ACF-B820-BE67BFA8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Mi–Fá: um semitom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15027-6169-44AD-91B1-4E5E9DCA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B54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3A044-B871-4F59-BB00-A130DC80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A16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6CCFB-66A6-4E40-BEB5-87DDA18A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E089E-CFA5-4146-BACB-B5F4437A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26CEB-0FAE-4DF1-A0B5-B92DD07C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210598-C09B-48F2-AF12-EC07A571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836BB-3E87-4B71-AA20-1EBA422E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CE689-9C3C-47DD-ADA5-A31DC35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09D2B-ECE8-45C0-AA01-B3D52873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F6C306-60FC-4D89-A6E4-4494F588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0F5B6-8ED5-44C3-A66F-0FE104B2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E1C01-DFDF-4833-847E-91B891E0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A643C9-BAF0-4049-B3F4-FB2D5C9D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Fá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3CF07-41A8-4452-BADB-49295D92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2D3292-E12B-4277-B39D-F07A0BE0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1C7D8A-9722-4ED9-9FD5-8AF5EFD6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Fá♯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8E739-FF12-4A69-9D3B-0021A4F2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EAFF2-8181-4A4D-B31C-0EF773E4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88E7A-BA44-44F8-9F80-C43F5842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Sol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04CDA9-E3C2-4213-966C-D0A1C03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53336C-2179-4B39-90AE-4F1890B8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099E85-E7AF-403C-8742-6BB7B350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Sol♯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9B1D1A-B7B1-4EFF-9381-54DB47A6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16CA99-AE40-49C8-A677-ED127432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9B4ADF-18F7-4A45-9B9F-3E590E8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Lá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C21383-1ABA-4B63-A51C-956A0407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6ª corda • afinação padrão • direção ao corpo da guitarra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EAD508-D631-4E18-9D70-6DA14F38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7A80-8DA4-4A2A-82B0-64F901537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0d12535a084a3b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E01E3-B1BD-4939-A3F4-DE496086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Fá–Sol: um tom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6C94B-53E2-4B5C-8BF0-FD30A29E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B54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4DFEA-4F51-425D-BB7B-6C180DBD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A16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617FA-4892-4852-85CD-AEC37623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2BCC7-60BB-4E19-9B19-4A231E95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A3B01D-F135-4F9B-84EB-0C96FE70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D1A6B-A6E4-45E9-807A-F22CA04E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8B577-C2C9-4491-8B4A-D5C63863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E764B-68F5-4B86-9DD4-8324AF44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F2406-74F1-415C-9FE8-C8704F86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7E957-6C9B-4F8F-9645-C28E6468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2268A7-ADCF-4CAE-AED7-22110636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FC6831-49EB-44CD-A6C6-07853B0C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4BF3F-97A8-4C24-8548-B0DD750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Fá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FFD4C-C19D-48F1-9B72-ABD0E392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C1A7C-0472-41A5-86E5-FD4A1E7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DB17C-4A9E-4B83-AE75-86E418D7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Fá♯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37DDF-972C-44AB-9B6B-72C0E9D1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6872BC-E542-402D-B3E8-767989CC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4764F-4C79-40D2-8C3D-35A4065D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Sol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661168-6575-412A-901D-048AD402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F2FC95-5120-47AA-9302-0EEA8409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9E8202-2CBF-4CE7-8862-B94BC489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Sol♯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71AE15-CB93-45BB-8E37-A260772B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0664BC-E316-4BAC-8BCF-1F7883F4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AFFD20-3CEB-47A0-9828-3776DB80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Lá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1CC10-881B-4CE3-9354-8F6DDA4E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6ª corda • afinação padrão • direção ao corpo da guitarra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702845-97FC-4FA9-8E9C-AF2BAD6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6D28E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3D689-BD88-4EAE-8BB7-D6F4ACAC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BB2A2-FC8D-4B31-ABF3-1ADFF0C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Sua vez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86680-86C9-4535-8EA4-AAE5DA34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Onde fica Sol?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6F58E-9A41-4554-A28E-4D7ECF2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Mi está na corda solta.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Escolha casa 2, 3 ou 4 antes de conferir.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E58A8-E9D0-43C7-B0CC-A6B6D69E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5669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7A80-8DA4-4A2A-82B0-64F901537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330edec7a4741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A4D55B-AF96-4836-99D8-A2F76A55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Sol fica na casa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10B2A-540F-48C5-B3A0-407ED4FE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B54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93D25-8F17-4A92-B0B3-7907B23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A16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5933C-14A6-435B-A6FC-8C08720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B8B4E-58D2-46E5-8E32-9193F242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07D34-B647-494E-B886-0CC471BD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0C4D01-9D28-4AD9-AC06-7C436F08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9EAB9-0192-4585-8D20-E51AF049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857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4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BDC4E-E601-4EA0-B310-1EB30066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79AAE-D824-4367-9378-89F63D02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F6EA9-9AED-423E-8E63-1A0D2839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Mi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9FA8E-56A7-4EEE-8B3D-6027A9FA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6192FD-59F4-4623-9318-8FE954AE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FCE03-6676-4719-9E6D-9F1F20DF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Fá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10D446-D956-406D-9CC8-DD0F1831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55CE9-16E8-41A0-A7EE-44B6DDEB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E40C7-AE18-449C-9EB1-64E57A23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Fá♯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03E2A-9A3A-4FA7-83D6-135390F3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28E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D8D8E3-2CA4-44B2-B553-C004F845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3A8DD8-4F4A-447F-A021-DEA32649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Sol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3EB83A-DAFD-4C0B-B809-213AD644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2DD00C-1002-49FC-9BFF-D523226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12DD0F-BBE6-4251-A966-58CB01E0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Sol♯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1786F5-FBE6-4B16-B0D5-80C2D15A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228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470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25EE08-5638-4DC4-8AD0-16B25C20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051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8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DB47AD-0667-4553-BCFE-E50DBFED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Lá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9213DE-D239-4D98-A001-C4B810F4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875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6ª corda • afinação padrão • direção ao corpo da guitarra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E32C9A-165C-43D2-A748-E259E80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7A80-8DA4-4A2A-82B0-64F901537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bc8a2a71045dc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7D0B7-3936-4680-9FA1-71F7FCE7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Um tom acima de Sol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11121-0900-4EC5-9F59-EBF21B30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Sol(3)   Sol♯(4)   Lá(5)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324D3-FB93-440B-A4B0-EEB49278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Duas casas levam de Sol até Lá.</a:t>
            </a:r>
          </a:p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Uma casa levaria apenas a Sol♯.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5F232-9590-4C3C-A480-98A9431E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3826C-3310-44A1-BC94-846BCA57D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716b3cdb140d7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1A42A-2F10-413F-B6E1-63841DEA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MotifPath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9B3B7-2163-4D9D-98DE-AB4AB563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A frase completa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5F413-0EA1-49C4-AB5C-6515CF39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0–1–3–1–0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A03DF-1F60-472B-B029-FDCD35F7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Mi–Fá–Sol–Fá–Mi</a:t>
            </a:r>
          </a:p>
          <a:p xmlns:a="http://schemas.openxmlformats.org/drawingml/2006/main">
            <a:pPr>
              <a:defRPr sz="225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Uma nota por vez, em velocidade confortável.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79DBB-5172-44D9-B7E3-10168764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E4D6FF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E4D6FF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184734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37A80-8DA4-4A2A-82B0-64F901537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03284c479491d"/>
          <a:stretch xmlns:a="http://schemas.openxmlformats.org/drawingml/2006/main"/>
        </p:blipFill>
        <p:spPr>
          <a:xfrm xmlns:a="http://schemas.openxmlformats.org/drawingml/2006/main">
            <a:off x="609600" y="3619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68C23-A24A-4807-B2B3-73408B2C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A1633"/>
                </a:solidFill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1A1633"/>
                </a:solidFill>
              </a:defRPr>
            </a:pPr>
            <a:r>
              <a:rPr sz="1725" b="1">
                <a:solidFill>
                  <a:srgbClr val="1A1633"/>
                </a:solidFill>
              </a:rPr>
              <a:t>MotifPath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8C292-F858-4358-A9C5-E7612741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3600" b="1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A próxima prática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E1924-086D-4C7E-AA98-C0BEDECA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6D28E0"/>
                </a:solidFill>
                <a:latin typeface="Manrope"/>
                <a:ea typeface="Manrope"/>
                <a:cs typeface="Manrope"/>
              </a:defRPr>
            </a:pPr>
            <a:r>
              <a:rPr sz="4350" b="1">
                <a:solidFill>
                  <a:srgbClr val="6D28E0"/>
                </a:solidFill>
                <a:latin typeface="Manrope"/>
                <a:ea typeface="Manrope"/>
                <a:cs typeface="Manrope"/>
              </a:rPr>
              <a:t>Lá(5)   Sol(3)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657F8-7C4C-4E79-9CAE-F0AD2EF6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Encontre Lá e retorne a Sol.</a:t>
            </a:r>
          </a:p>
          <a:p xmlns:a="http://schemas.openxmlformats.org/drawingml/2006/main">
            <a:pPr>
              <a:defRPr sz="2250" b="0">
                <a:solidFill>
                  <a:srgbClr val="1A1633"/>
                </a:solidFill>
                <a:latin typeface="Manrope"/>
                <a:ea typeface="Manrope"/>
                <a:cs typeface="Manrope"/>
              </a:defRPr>
            </a:pPr>
            <a:r>
              <a:rPr sz="2250" b="0">
                <a:solidFill>
                  <a:srgbClr val="1A1633"/>
                </a:solidFill>
                <a:latin typeface="Manrope"/>
                <a:ea typeface="Manrope"/>
                <a:cs typeface="Manrope"/>
              </a:rPr>
              <a:t>Use o mapa até conseguir conferir o pequeno percurso.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BDDFD-E02E-4240-B0DB-A2D822BB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5470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5B5470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0019602"/>
      </p:ext>
    </p:extLst>
  </p:cSld>
</p:sld>
</file>

<file path=ppt/theme/theme1.xml><?xml version="1.0" encoding="utf-8"?>
<a:theme xmlns:a="http://schemas.openxmlformats.org/drawingml/2006/main" name="ChatGPT">
  <a:themeElements>
    <a:clrScheme name="MotifPath">
      <a:dk1>
        <a:srgbClr val="05072C"/>
      </a:dk1>
      <a:lt1>
        <a:srgbClr val="FFFFFF"/>
      </a:lt1>
      <a:dk2>
        <a:srgbClr val="1A1633"/>
      </a:dk2>
      <a:lt2>
        <a:srgbClr val="FBFAFF"/>
      </a:lt2>
      <a:accent1>
        <a:srgbClr val="6D28E0"/>
      </a:accent1>
      <a:accent2>
        <a:srgbClr val="C97CFF"/>
      </a:accent2>
      <a:accent3>
        <a:srgbClr val="1E7A4C"/>
      </a:accent3>
      <a:accent4>
        <a:srgbClr val="C4362F"/>
      </a:accent4>
      <a:accent5>
        <a:srgbClr val="B45309"/>
      </a:accent5>
      <a:accent6>
        <a:srgbClr val="E4D6FF"/>
      </a:accent6>
      <a:hlink>
        <a:srgbClr val="6D28E0"/>
      </a:hlink>
      <a:folHlink>
        <a:srgbClr val="6D28E0"/>
      </a:folHlink>
    </a:clrScheme>
    <a:fontScheme name="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MotifPath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2026-10-18T23:29:01.0730000Z</dcterms:created>
  <dcterms:modified xsi:type="dcterms:W3CDTF">2026-10-18T23:29:01.0730000Z</dcterms:modified>
</coreProperties>
</file>