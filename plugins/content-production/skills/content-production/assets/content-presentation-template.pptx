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00f8ef9e1748a8" /><Relationship Type="http://schemas.openxmlformats.org/officeDocument/2006/relationships/extended-properties" Target="/docProps/app.xml" Id="Ra3faf24f9a554c74" /><Relationship Type="http://schemas.openxmlformats.org/officeDocument/2006/relationships/officeDocument" Target="/ppt/presentation.xml" Id="Ra39a6979731e4840" /></Relationships>
</file>

<file path=ppt/presentation.xml><?xml version="1.0" encoding="utf-8"?>
<p:presentation xmlns:p="http://schemas.openxmlformats.org/presentationml/2006/main">
  <p:sldMasterIdLst>
    <p:sldMasterId xmlns:r="http://schemas.openxmlformats.org/officeDocument/2006/relationships" id="2147483648" r:id="R9dd881a901fb4fa4"/>
    <p:sldMasterId xmlns:r="http://schemas.openxmlformats.org/officeDocument/2006/relationships" id="2147483655" r:id="R0c12fc80aa864180"/>
  </p:sldMasterIdLst>
  <p:notesMasterIdLst>
    <p:notesMasterId xmlns:r="http://schemas.openxmlformats.org/officeDocument/2006/relationships" r:id="R687cb47997bd43f0"/>
  </p:notesMasterIdLst>
  <p:sldIdLst>
    <p:sldId xmlns:r="http://schemas.openxmlformats.org/officeDocument/2006/relationships" id="256" r:id="R05b9d293dd1845b3"/>
    <p:sldId xmlns:r="http://schemas.openxmlformats.org/officeDocument/2006/relationships" id="257" r:id="R137d6d12285c42e3"/>
    <p:sldId xmlns:r="http://schemas.openxmlformats.org/officeDocument/2006/relationships" id="258" r:id="Rf02e404fc71d410d"/>
    <p:sldId xmlns:r="http://schemas.openxmlformats.org/officeDocument/2006/relationships" id="259" r:id="Rac80a4087f474720"/>
    <p:sldId xmlns:r="http://schemas.openxmlformats.org/officeDocument/2006/relationships" id="260" r:id="R4e3df5bb688d4502"/>
    <p:sldId xmlns:r="http://schemas.openxmlformats.org/officeDocument/2006/relationships" id="261" r:id="Ra50eaa6084074ae5"/>
    <p:sldId xmlns:r="http://schemas.openxmlformats.org/officeDocument/2006/relationships" id="262" r:id="Red036ea60045483f"/>
    <p:sldId xmlns:r="http://schemas.openxmlformats.org/officeDocument/2006/relationships" id="263" r:id="R9d99c46190fb4a78"/>
    <p:sldId xmlns:r="http://schemas.openxmlformats.org/officeDocument/2006/relationships" id="264" r:id="Rdb9fe57f549b45b0"/>
    <p:sldId xmlns:r="http://schemas.openxmlformats.org/officeDocument/2006/relationships" id="265" r:id="R3892ef6a3306416f"/>
    <p:sldId xmlns:r="http://schemas.openxmlformats.org/officeDocument/2006/relationships" id="266" r:id="Re23c904b8bde425e"/>
    <p:sldId xmlns:r="http://schemas.openxmlformats.org/officeDocument/2006/relationships" id="267" r:id="R7c1dac26fcfe4dbb"/>
    <p:sldId xmlns:r="http://schemas.openxmlformats.org/officeDocument/2006/relationships" id="268" r:id="Rb9a79c251cba4dfc"/>
    <p:sldId xmlns:r="http://schemas.openxmlformats.org/officeDocument/2006/relationships" id="269" r:id="Rb2c281236dff4ea1"/>
    <p:sldId xmlns:r="http://schemas.openxmlformats.org/officeDocument/2006/relationships" id="270" r:id="Rccf4b26321fa424a"/>
    <p:sldId xmlns:r="http://schemas.openxmlformats.org/officeDocument/2006/relationships" id="271" r:id="R37a359a501234f99"/>
    <p:sldId xmlns:r="http://schemas.openxmlformats.org/officeDocument/2006/relationships" id="272" r:id="R4a1751b0d0304919"/>
    <p:sldId xmlns:r="http://schemas.openxmlformats.org/officeDocument/2006/relationships" id="273" r:id="R32f551a8b08845c7"/>
    <p:sldId xmlns:r="http://schemas.openxmlformats.org/officeDocument/2006/relationships" id="274" r:id="R54a9cbf603d44098"/>
    <p:sldId xmlns:r="http://schemas.openxmlformats.org/officeDocument/2006/relationships" id="275" r:id="R55f87dab07d443bc"/>
    <p:sldId xmlns:r="http://schemas.openxmlformats.org/officeDocument/2006/relationships" id="276" r:id="R21218963a13d4a57"/>
    <p:sldId xmlns:r="http://schemas.openxmlformats.org/officeDocument/2006/relationships" id="277" r:id="Ra5a2c87c1f454f28"/>
    <p:sldId xmlns:r="http://schemas.openxmlformats.org/officeDocument/2006/relationships" id="278" r:id="R7d62793b8972447a"/>
    <p:sldId xmlns:r="http://schemas.openxmlformats.org/officeDocument/2006/relationships" id="279" r:id="R1be26cb402ff42ac"/>
    <p:sldId xmlns:r="http://schemas.openxmlformats.org/officeDocument/2006/relationships" id="280" r:id="R9d6c51e0c2504f86"/>
    <p:sldId xmlns:r="http://schemas.openxmlformats.org/officeDocument/2006/relationships" id="281" r:id="R1d532d32a0ab457c"/>
    <p:sldId xmlns:r="http://schemas.openxmlformats.org/officeDocument/2006/relationships" id="282" r:id="Rd70be1fc811d4f0e"/>
    <p:sldId xmlns:r="http://schemas.openxmlformats.org/officeDocument/2006/relationships" id="283" r:id="R3819d9ffb04243ae"/>
    <p:sldId xmlns:r="http://schemas.openxmlformats.org/officeDocument/2006/relationships" id="284" r:id="R920b229f872e4257"/>
    <p:sldId xmlns:r="http://schemas.openxmlformats.org/officeDocument/2006/relationships" id="285" r:id="R31f593221f664175"/>
    <p:sldId xmlns:r="http://schemas.openxmlformats.org/officeDocument/2006/relationships" id="286" r:id="R9591666e5c4d40f4"/>
    <p:sldId xmlns:r="http://schemas.openxmlformats.org/officeDocument/2006/relationships" id="287" r:id="Re3c971006b35451b"/>
    <p:sldId xmlns:r="http://schemas.openxmlformats.org/officeDocument/2006/relationships" id="288" r:id="R0af819e8937f467b"/>
    <p:sldId xmlns:r="http://schemas.openxmlformats.org/officeDocument/2006/relationships" id="289" r:id="R891f4b5ab0c04630"/>
    <p:sldId xmlns:r="http://schemas.openxmlformats.org/officeDocument/2006/relationships" id="290" r:id="R57ae9a6da6c141b8"/>
    <p:sldId xmlns:r="http://schemas.openxmlformats.org/officeDocument/2006/relationships" id="291" r:id="R9cdccda3d6a14d74"/>
    <p:sldId xmlns:r="http://schemas.openxmlformats.org/officeDocument/2006/relationships" id="292" r:id="R879ba5319b4f41b5"/>
    <p:sldId xmlns:r="http://schemas.openxmlformats.org/officeDocument/2006/relationships" id="293" r:id="Rc24a15eff59d41e8"/>
    <p:sldId xmlns:r="http://schemas.openxmlformats.org/officeDocument/2006/relationships" id="294" r:id="Rfa5b1ca0453f4181"/>
    <p:sldId xmlns:r="http://schemas.openxmlformats.org/officeDocument/2006/relationships" id="295" r:id="Rc4776e3e10c04be5"/>
    <p:sldId xmlns:r="http://schemas.openxmlformats.org/officeDocument/2006/relationships" id="296" r:id="R03a421bbe0a1434d"/>
    <p:sldId xmlns:r="http://schemas.openxmlformats.org/officeDocument/2006/relationships" id="297" r:id="R6a3c87a04b2b4e23"/>
    <p:sldId xmlns:r="http://schemas.openxmlformats.org/officeDocument/2006/relationships" id="298" r:id="R6869f283df7d4aca"/>
    <p:sldId xmlns:r="http://schemas.openxmlformats.org/officeDocument/2006/relationships" id="299" r:id="R559d8ad19c514fd8"/>
    <p:sldId xmlns:r="http://schemas.openxmlformats.org/officeDocument/2006/relationships" id="300" r:id="Ra02339b4495b4421"/>
    <p:sldId xmlns:r="http://schemas.openxmlformats.org/officeDocument/2006/relationships" id="301" r:id="R9cc0a0746b0b4f66"/>
    <p:sldId xmlns:r="http://schemas.openxmlformats.org/officeDocument/2006/relationships" id="302" r:id="R45b5cc30938c4e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9121de04c54541" /><Relationship Type="http://schemas.openxmlformats.org/officeDocument/2006/relationships/slideMaster" Target="/ppt/slideMasters/slideMaster1.xml" Id="R9dd881a901fb4fa4" /><Relationship Type="http://schemas.openxmlformats.org/officeDocument/2006/relationships/slideMaster" Target="/ppt/slideMasters/slideMaster2.xml" Id="R0c12fc80aa864180" /><Relationship Type="http://schemas.openxmlformats.org/officeDocument/2006/relationships/notesMaster" Target="/ppt/notesMasters/notesMaster1.xml" Id="R687cb47997bd43f0" /><Relationship Type="http://schemas.openxmlformats.org/officeDocument/2006/relationships/presProps" Target="/ppt/presProps.xml" Id="Rfb486ab2f18d4eb3" /><Relationship Type="http://schemas.openxmlformats.org/officeDocument/2006/relationships/tableStyles" Target="/ppt/tableStyles.xml" Id="Rfce7b27fa9954346" /><Relationship Type="http://schemas.openxmlformats.org/officeDocument/2006/relationships/slide" Target="/ppt/slides/slide1.xml" Id="R05b9d293dd1845b3" /><Relationship Type="http://schemas.openxmlformats.org/officeDocument/2006/relationships/slide" Target="/ppt/slides/slide2.xml" Id="R137d6d12285c42e3" /><Relationship Type="http://schemas.openxmlformats.org/officeDocument/2006/relationships/slide" Target="/ppt/slides/slide3.xml" Id="Rf02e404fc71d410d" /><Relationship Type="http://schemas.openxmlformats.org/officeDocument/2006/relationships/slide" Target="/ppt/slides/slide4.xml" Id="Rac80a4087f474720" /><Relationship Type="http://schemas.openxmlformats.org/officeDocument/2006/relationships/slide" Target="/ppt/slides/slide5.xml" Id="R4e3df5bb688d4502" /><Relationship Type="http://schemas.openxmlformats.org/officeDocument/2006/relationships/slide" Target="/ppt/slides/slide6.xml" Id="Ra50eaa6084074ae5" /><Relationship Type="http://schemas.openxmlformats.org/officeDocument/2006/relationships/slide" Target="/ppt/slides/slide7.xml" Id="Red036ea60045483f" /><Relationship Type="http://schemas.openxmlformats.org/officeDocument/2006/relationships/slide" Target="/ppt/slides/slide8.xml" Id="R9d99c46190fb4a78" /><Relationship Type="http://schemas.openxmlformats.org/officeDocument/2006/relationships/slide" Target="/ppt/slides/slide9.xml" Id="Rdb9fe57f549b45b0" /><Relationship Type="http://schemas.openxmlformats.org/officeDocument/2006/relationships/slide" Target="/ppt/slides/slide10.xml" Id="R3892ef6a3306416f" /><Relationship Type="http://schemas.openxmlformats.org/officeDocument/2006/relationships/slide" Target="/ppt/slides/slide11.xml" Id="Re23c904b8bde425e" /><Relationship Type="http://schemas.openxmlformats.org/officeDocument/2006/relationships/slide" Target="/ppt/slides/slide12.xml" Id="R7c1dac26fcfe4dbb" /><Relationship Type="http://schemas.openxmlformats.org/officeDocument/2006/relationships/slide" Target="/ppt/slides/slide13.xml" Id="Rb9a79c251cba4dfc" /><Relationship Type="http://schemas.openxmlformats.org/officeDocument/2006/relationships/slide" Target="/ppt/slides/slide14.xml" Id="Rb2c281236dff4ea1" /><Relationship Type="http://schemas.openxmlformats.org/officeDocument/2006/relationships/slide" Target="/ppt/slides/slide15.xml" Id="Rccf4b26321fa424a" /><Relationship Type="http://schemas.openxmlformats.org/officeDocument/2006/relationships/slide" Target="/ppt/slides/slide16.xml" Id="R37a359a501234f99" /><Relationship Type="http://schemas.openxmlformats.org/officeDocument/2006/relationships/slide" Target="/ppt/slides/slide17.xml" Id="R4a1751b0d0304919" /><Relationship Type="http://schemas.openxmlformats.org/officeDocument/2006/relationships/slide" Target="/ppt/slides/slide18.xml" Id="R32f551a8b08845c7" /><Relationship Type="http://schemas.openxmlformats.org/officeDocument/2006/relationships/slide" Target="/ppt/slides/slide19.xml" Id="R54a9cbf603d44098" /><Relationship Type="http://schemas.openxmlformats.org/officeDocument/2006/relationships/slide" Target="/ppt/slides/slide20.xml" Id="R55f87dab07d443bc" /><Relationship Type="http://schemas.openxmlformats.org/officeDocument/2006/relationships/slide" Target="/ppt/slides/slide21.xml" Id="R21218963a13d4a57" /><Relationship Type="http://schemas.openxmlformats.org/officeDocument/2006/relationships/slide" Target="/ppt/slides/slide22.xml" Id="Ra5a2c87c1f454f28" /><Relationship Type="http://schemas.openxmlformats.org/officeDocument/2006/relationships/slide" Target="/ppt/slides/slide23.xml" Id="R7d62793b8972447a" /><Relationship Type="http://schemas.openxmlformats.org/officeDocument/2006/relationships/slide" Target="/ppt/slides/slide24.xml" Id="R1be26cb402ff42ac" /><Relationship Type="http://schemas.openxmlformats.org/officeDocument/2006/relationships/slide" Target="/ppt/slides/slide25.xml" Id="R9d6c51e0c2504f86" /><Relationship Type="http://schemas.openxmlformats.org/officeDocument/2006/relationships/slide" Target="/ppt/slides/slide26.xml" Id="R1d532d32a0ab457c" /><Relationship Type="http://schemas.openxmlformats.org/officeDocument/2006/relationships/slide" Target="/ppt/slides/slide27.xml" Id="Rd70be1fc811d4f0e" /><Relationship Type="http://schemas.openxmlformats.org/officeDocument/2006/relationships/slide" Target="/ppt/slides/slide28.xml" Id="R3819d9ffb04243ae" /><Relationship Type="http://schemas.openxmlformats.org/officeDocument/2006/relationships/slide" Target="/ppt/slides/slide29.xml" Id="R920b229f872e4257" /><Relationship Type="http://schemas.openxmlformats.org/officeDocument/2006/relationships/slide" Target="/ppt/slides/slide30.xml" Id="R31f593221f664175" /><Relationship Type="http://schemas.openxmlformats.org/officeDocument/2006/relationships/slide" Target="/ppt/slides/slide31.xml" Id="R9591666e5c4d40f4" /><Relationship Type="http://schemas.openxmlformats.org/officeDocument/2006/relationships/slide" Target="/ppt/slides/slide32.xml" Id="Re3c971006b35451b" /><Relationship Type="http://schemas.openxmlformats.org/officeDocument/2006/relationships/slide" Target="/ppt/slides/slide33.xml" Id="R0af819e8937f467b" /><Relationship Type="http://schemas.openxmlformats.org/officeDocument/2006/relationships/slide" Target="/ppt/slides/slide34.xml" Id="R891f4b5ab0c04630" /><Relationship Type="http://schemas.openxmlformats.org/officeDocument/2006/relationships/slide" Target="/ppt/slides/slide35.xml" Id="R57ae9a6da6c141b8" /><Relationship Type="http://schemas.openxmlformats.org/officeDocument/2006/relationships/slide" Target="/ppt/slides/slide36.xml" Id="R9cdccda3d6a14d74" /><Relationship Type="http://schemas.openxmlformats.org/officeDocument/2006/relationships/slide" Target="/ppt/slides/slide37.xml" Id="R879ba5319b4f41b5" /><Relationship Type="http://schemas.openxmlformats.org/officeDocument/2006/relationships/slide" Target="/ppt/slides/slide38.xml" Id="Rc24a15eff59d41e8" /><Relationship Type="http://schemas.openxmlformats.org/officeDocument/2006/relationships/slide" Target="/ppt/slides/slide39.xml" Id="Rfa5b1ca0453f4181" /><Relationship Type="http://schemas.openxmlformats.org/officeDocument/2006/relationships/slide" Target="/ppt/slides/slide40.xml" Id="Rc4776e3e10c04be5" /><Relationship Type="http://schemas.openxmlformats.org/officeDocument/2006/relationships/slide" Target="/ppt/slides/slide41.xml" Id="R03a421bbe0a1434d" /><Relationship Type="http://schemas.openxmlformats.org/officeDocument/2006/relationships/slide" Target="/ppt/slides/slide42.xml" Id="R6a3c87a04b2b4e23" /><Relationship Type="http://schemas.openxmlformats.org/officeDocument/2006/relationships/slide" Target="/ppt/slides/slide43.xml" Id="R6869f283df7d4aca" /><Relationship Type="http://schemas.openxmlformats.org/officeDocument/2006/relationships/slide" Target="/ppt/slides/slide44.xml" Id="R559d8ad19c514fd8" /><Relationship Type="http://schemas.openxmlformats.org/officeDocument/2006/relationships/slide" Target="/ppt/slides/slide45.xml" Id="Ra02339b4495b4421" /><Relationship Type="http://schemas.openxmlformats.org/officeDocument/2006/relationships/slide" Target="/ppt/slides/slide46.xml" Id="R9cc0a0746b0b4f66" /><Relationship Type="http://schemas.openxmlformats.org/officeDocument/2006/relationships/slide" Target="/ppt/slides/slide47.xml" Id="R45b5cc30938c4e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b70f1a29357d41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MotifPath">
      <a:dk1>
        <a:srgbClr val="05072C"/>
      </a:dk1>
      <a:lt1>
        <a:srgbClr val="FFFFFF"/>
      </a:lt1>
      <a:dk2>
        <a:srgbClr val="1A1633"/>
      </a:dk2>
      <a:lt2>
        <a:srgbClr val="FBFAFF"/>
      </a:lt2>
      <a:accent1>
        <a:srgbClr val="6D28E0"/>
      </a:accent1>
      <a:accent2>
        <a:srgbClr val="C97CFF"/>
      </a:accent2>
      <a:accent3>
        <a:srgbClr val="1E7A4C"/>
      </a:accent3>
      <a:accent4>
        <a:srgbClr val="C4362F"/>
      </a:accent4>
      <a:accent5>
        <a:srgbClr val="B45309"/>
      </a:accent5>
      <a:accent6>
        <a:srgbClr val="E4D6FF"/>
      </a:accent6>
      <a:hlink>
        <a:srgbClr val="6D28E0"/>
      </a:hlink>
      <a:folHlink>
        <a:srgbClr val="6D28E0"/>
      </a:folHlink>
    </a:clrScheme>
    <a:fontScheme name="">
      <a:majorFont>
        <a:latin typeface="Manrope"/>
        <a:ea typeface=""/>
        <a:cs typeface=""/>
      </a:majorFont>
      <a:minorFont>
        <a:latin typeface="Manrope"/>
        <a:ea typeface=""/>
        <a:cs typeface=""/>
      </a:minorFont>
    </a:fontScheme>
    <a:fmtScheme name="MotifPat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412088230f4dbd" /><Relationship Type="http://schemas.openxmlformats.org/officeDocument/2006/relationships/notesMaster" Target="/ppt/notesMasters/notesMaster1.xml" Id="R0135e9bb764b40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fd0c03c7fe4c8f" /><Relationship Type="http://schemas.openxmlformats.org/officeDocument/2006/relationships/notesMaster" Target="/ppt/notesMasters/notesMaster1.xml" Id="R643c1cdb7df346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fa8d9a902d407e" /><Relationship Type="http://schemas.openxmlformats.org/officeDocument/2006/relationships/notesMaster" Target="/ppt/notesMasters/notesMaster1.xml" Id="Red1ff433923341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6432a7eb254d59" /><Relationship Type="http://schemas.openxmlformats.org/officeDocument/2006/relationships/notesMaster" Target="/ppt/notesMasters/notesMaster1.xml" Id="R0a2a6ebd53d942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86712dbe474e8a" /><Relationship Type="http://schemas.openxmlformats.org/officeDocument/2006/relationships/notesMaster" Target="/ppt/notesMasters/notesMaster1.xml" Id="Ra05f950597c54d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78cba67c6a4f25" /><Relationship Type="http://schemas.openxmlformats.org/officeDocument/2006/relationships/notesMaster" Target="/ppt/notesMasters/notesMaster1.xml" Id="R0c6c550eefe845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1cd7e1f20f445a" /><Relationship Type="http://schemas.openxmlformats.org/officeDocument/2006/relationships/notesMaster" Target="/ppt/notesMasters/notesMaster1.xml" Id="Ra9e1b1ae73c145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ef3a0ab53d498e" /><Relationship Type="http://schemas.openxmlformats.org/officeDocument/2006/relationships/notesMaster" Target="/ppt/notesMasters/notesMaster1.xml" Id="R6600c9726d7f44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8fefb9ffbf4f9b" /><Relationship Type="http://schemas.openxmlformats.org/officeDocument/2006/relationships/notesMaster" Target="/ppt/notesMasters/notesMaster1.xml" Id="R343dcaebd9db44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35498a8e214a63" /><Relationship Type="http://schemas.openxmlformats.org/officeDocument/2006/relationships/notesMaster" Target="/ppt/notesMasters/notesMaster1.xml" Id="R3545426c56d54e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1334c855cf4c6c" /><Relationship Type="http://schemas.openxmlformats.org/officeDocument/2006/relationships/notesMaster" Target="/ppt/notesMasters/notesMaster1.xml" Id="R8061da8cdfa84a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76065ce0fa4e13" /><Relationship Type="http://schemas.openxmlformats.org/officeDocument/2006/relationships/notesMaster" Target="/ppt/notesMasters/notesMaster1.xml" Id="R3edd4062bb264c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3c2e3e57e047b3" /><Relationship Type="http://schemas.openxmlformats.org/officeDocument/2006/relationships/notesMaster" Target="/ppt/notesMasters/notesMaster1.xml" Id="R17323d18926d42d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4e492fe118493f" /><Relationship Type="http://schemas.openxmlformats.org/officeDocument/2006/relationships/notesMaster" Target="/ppt/notesMasters/notesMaster1.xml" Id="R41e5ae58f02142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be9942f787410f" /><Relationship Type="http://schemas.openxmlformats.org/officeDocument/2006/relationships/notesMaster" Target="/ppt/notesMasters/notesMaster1.xml" Id="R7d946f45693c42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81dc47272db428a" /><Relationship Type="http://schemas.openxmlformats.org/officeDocument/2006/relationships/notesMaster" Target="/ppt/notesMasters/notesMaster1.xml" Id="R328e2413c17945f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a55a5d93684fe1" /><Relationship Type="http://schemas.openxmlformats.org/officeDocument/2006/relationships/notesMaster" Target="/ppt/notesMasters/notesMaster1.xml" Id="R70bc1b1af21d43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7033b06676473e" /><Relationship Type="http://schemas.openxmlformats.org/officeDocument/2006/relationships/notesMaster" Target="/ppt/notesMasters/notesMaster1.xml" Id="Rbc21bc2439144b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654a94b94b8469e" /><Relationship Type="http://schemas.openxmlformats.org/officeDocument/2006/relationships/notesMaster" Target="/ppt/notesMasters/notesMaster1.xml" Id="R50a9570386f8479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8157d72f0994d68" /><Relationship Type="http://schemas.openxmlformats.org/officeDocument/2006/relationships/notesMaster" Target="/ppt/notesMasters/notesMaster1.xml" Id="Rff1761065939475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fe788753ff4b25" /><Relationship Type="http://schemas.openxmlformats.org/officeDocument/2006/relationships/notesMaster" Target="/ppt/notesMasters/notesMaster1.xml" Id="R41f0ce74173f488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7aef9b7a89e4588" /><Relationship Type="http://schemas.openxmlformats.org/officeDocument/2006/relationships/notesMaster" Target="/ppt/notesMasters/notesMaster1.xml" Id="R446a62d9b78b474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72e58a836c4db2" /><Relationship Type="http://schemas.openxmlformats.org/officeDocument/2006/relationships/notesMaster" Target="/ppt/notesMasters/notesMaster1.xml" Id="R71f8fc1a799d494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6d52f6b4c304bdc" /><Relationship Type="http://schemas.openxmlformats.org/officeDocument/2006/relationships/notesMaster" Target="/ppt/notesMasters/notesMaster1.xml" Id="R2f935523c93848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963be464314c0e" /><Relationship Type="http://schemas.openxmlformats.org/officeDocument/2006/relationships/notesMaster" Target="/ppt/notesMasters/notesMaster1.xml" Id="R823a7e5c927942f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9db0a21faf545c6" /><Relationship Type="http://schemas.openxmlformats.org/officeDocument/2006/relationships/notesMaster" Target="/ppt/notesMasters/notesMaster1.xml" Id="R99817ba96688434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c1c6a3f7f504282" /><Relationship Type="http://schemas.openxmlformats.org/officeDocument/2006/relationships/notesMaster" Target="/ppt/notesMasters/notesMaster1.xml" Id="Rbdc499d05df9407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30e0d92be34ad8" /><Relationship Type="http://schemas.openxmlformats.org/officeDocument/2006/relationships/notesMaster" Target="/ppt/notesMasters/notesMaster1.xml" Id="R372ca09a312544f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dc2162fb5d84fbd" /><Relationship Type="http://schemas.openxmlformats.org/officeDocument/2006/relationships/notesMaster" Target="/ppt/notesMasters/notesMaster1.xml" Id="Ra0976c2d6a474c2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a26c6dc9c284067" /><Relationship Type="http://schemas.openxmlformats.org/officeDocument/2006/relationships/notesMaster" Target="/ppt/notesMasters/notesMaster1.xml" Id="R4203ba1c87284cd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1f5c1e986a4c4b" /><Relationship Type="http://schemas.openxmlformats.org/officeDocument/2006/relationships/notesMaster" Target="/ppt/notesMasters/notesMaster1.xml" Id="R23a1424e82b2469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1d2cbbbb3c54215" /><Relationship Type="http://schemas.openxmlformats.org/officeDocument/2006/relationships/notesMaster" Target="/ppt/notesMasters/notesMaster1.xml" Id="R77029d68b3a1434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922559387af4748" /><Relationship Type="http://schemas.openxmlformats.org/officeDocument/2006/relationships/notesMaster" Target="/ppt/notesMasters/notesMaster1.xml" Id="Rc7f16e3c8d06461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19e96d6c0714a0f" /><Relationship Type="http://schemas.openxmlformats.org/officeDocument/2006/relationships/notesMaster" Target="/ppt/notesMasters/notesMaster1.xml" Id="R896e5f866ab5453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aad6748994c454c" /><Relationship Type="http://schemas.openxmlformats.org/officeDocument/2006/relationships/notesMaster" Target="/ppt/notesMasters/notesMaster1.xml" Id="Racfb4eb55d5e4cd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88fee2fddf9472f" /><Relationship Type="http://schemas.openxmlformats.org/officeDocument/2006/relationships/notesMaster" Target="/ppt/notesMasters/notesMaster1.xml" Id="R01dbc6b05b774e3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bc0ae4261724a74" /><Relationship Type="http://schemas.openxmlformats.org/officeDocument/2006/relationships/notesMaster" Target="/ppt/notesMasters/notesMaster1.xml" Id="R3857dc0f8ede484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f4db554bc3f49d4" /><Relationship Type="http://schemas.openxmlformats.org/officeDocument/2006/relationships/notesMaster" Target="/ppt/notesMasters/notesMaster1.xml" Id="R9285486c04f44e9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86ad5fdf1324ad9" /><Relationship Type="http://schemas.openxmlformats.org/officeDocument/2006/relationships/notesMaster" Target="/ppt/notesMasters/notesMaster1.xml" Id="R877132e7b80f4a2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3866bce739e4850" /><Relationship Type="http://schemas.openxmlformats.org/officeDocument/2006/relationships/notesMaster" Target="/ppt/notesMasters/notesMaster1.xml" Id="R38faa9d4e4eb403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9c56523be57467e" /><Relationship Type="http://schemas.openxmlformats.org/officeDocument/2006/relationships/notesMaster" Target="/ppt/notesMasters/notesMaster1.xml" Id="Ra5efff3454094f0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ea6d8e805864064" /><Relationship Type="http://schemas.openxmlformats.org/officeDocument/2006/relationships/notesMaster" Target="/ppt/notesMasters/notesMaster1.xml" Id="Re44ef7ee267c42f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bf3a9cc51684918" /><Relationship Type="http://schemas.openxmlformats.org/officeDocument/2006/relationships/notesMaster" Target="/ppt/notesMasters/notesMaster1.xml" Id="R740bf0769ab6445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d36c9863dfb42c4" /><Relationship Type="http://schemas.openxmlformats.org/officeDocument/2006/relationships/notesMaster" Target="/ppt/notesMasters/notesMaster1.xml" Id="R30f9a7ce0e9f439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c9f1d33029749a6" /><Relationship Type="http://schemas.openxmlformats.org/officeDocument/2006/relationships/notesMaster" Target="/ppt/notesMasters/notesMaster1.xml" Id="R374a5a7dac384d1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c6bca95d99a485b" /><Relationship Type="http://schemas.openxmlformats.org/officeDocument/2006/relationships/notesMaster" Target="/ppt/notesMasters/notesMaster1.xml" Id="Rcc2b5cbff4a74d8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ca0e56e007e49a3" /><Relationship Type="http://schemas.openxmlformats.org/officeDocument/2006/relationships/notesMaster" Target="/ppt/notesMasters/notesMaster1.xml" Id="R82807b49dfdd4b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Cover</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Library index</a:t>
            </a:r>
          </a:p>
          <a:p xmlns:a="http://schemas.openxmlformats.org/drawingml/2006/main">
            <a:r>
              <a:t>Duplicate this slide and replace the example copy in the unit's locale. Keep one learning purpose per frame. Author guide. Remove this slide from learner delivery.</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Brand foundation</a:t>
            </a:r>
          </a:p>
          <a:p xmlns:a="http://schemas.openxmlformats.org/drawingml/2006/main">
            <a:r>
              <a:t>Duplicate this slide and replace the example copy in the unit's locale. Keep one learning purpose per frame. Author guide. Palette and type follow the project brand.</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Usage guide</a:t>
            </a:r>
          </a:p>
          <a:p xmlns:a="http://schemas.openxmlformats.org/drawingml/2006/main">
            <a:r>
              <a:t>Duplicate this slide and replace the example copy in the unit's locale. Keep one learning purpose per frame. Author guide. Slides support the native learning experience.</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Sequence</a:t>
            </a:r>
          </a:p>
          <a:p xmlns:a="http://schemas.openxmlformats.org/drawingml/2006/main">
            <a:r>
              <a:t>Duplicate this slide and replace the example copy in the unit's locale. Keep one learning purpose per frame. Author guide. Example sequence, not a mandatory slide count.</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Cover</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Light cover</a:t>
            </a:r>
          </a:p>
          <a:p xmlns:a="http://schemas.openxmlformats.org/drawingml/2006/main">
            <a:r>
              <a:t>Duplicate this slide and replace the example copy in the unit's locale. Keep one learning purpose per frame. Cover variation. Replace the example with the actual outcome.</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Section divider</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Outcome</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Prerequisites</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Text explanation</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Emphasis</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Comparison</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Method</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Annotated media</a:t>
            </a:r>
          </a:p>
          <a:p xmlns:a="http://schemas.openxmlformats.org/drawingml/2006/main">
            <a:r>
              <a:t>Duplicate this slide and replace the example copy in the unit's locale. Keep one learning purpose per frame. Replace the media area with a real image. Add concise labels close to the evidence.</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Image with text</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Audio</a:t>
            </a:r>
          </a:p>
          <a:p xmlns:a="http://schemas.openxmlformats.org/drawingml/2006/main">
            <a:r>
              <a:t>Duplicate this slide and replace the example copy in the unit's locale. Keep one learning purpose per frame. Insert or link the actual audio. This is an editable editorial layout.</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Video</a:t>
            </a:r>
          </a:p>
          <a:p xmlns:a="http://schemas.openxmlformats.org/drawingml/2006/main">
            <a:r>
              <a:t>Duplicate this slide and replace the example copy in the unit's locale. Keep one learning purpose per frame. Replace this frame with the video poster and verified media link.</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Fretboard</a:t>
            </a:r>
          </a:p>
          <a:p xmlns:a="http://schemas.openxmlformats.org/drawingml/2006/main">
            <a:r>
              <a:t>Duplicate this slide and replace the example copy in the unit's locale. Keep one learning purpose per frame. Editable example: A minor pentatonic, frets 5–9, standard guitar tuning. High e at top.</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Chord</a:t>
            </a:r>
          </a:p>
          <a:p xmlns:a="http://schemas.openxmlformats.org/drawingml/2006/main">
            <a:r>
              <a:t>Duplicate this slide and replace the example copy in the unit's locale. Keep one learning purpose per frame. Editable chord diagram. Example: E minor in standard guitar tuning.</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Rhythm</a:t>
            </a:r>
          </a:p>
          <a:p xmlns:a="http://schemas.openxmlformats.org/drawingml/2006/main">
            <a:r>
              <a:t>Duplicate this slide and replace the example copy in the unit's locale. Keep one learning purpose per frame. Editable count grid. This example shows a count grid for eighth-note subdivisions in 4/4, not staff notation.</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Tablature</a:t>
            </a:r>
          </a:p>
          <a:p xmlns:a="http://schemas.openxmlformats.org/drawingml/2006/main">
            <a:r>
              <a:t>Duplicate this slide and replace the example copy in the unit's locale. Keep one learning purpose per frame. Editable tablature example. Six strings, high e on top. Verify musical content.</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Progression</a:t>
            </a:r>
          </a:p>
          <a:p xmlns:a="http://schemas.openxmlformats.org/drawingml/2006/main">
            <a:r>
              <a:t>Duplicate this slide and replace the example copy in the unit's locale. Keep one learning purpose per frame. Editable progression. Sample progression in C major.</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Timeline</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Practice prompt</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Question</a:t>
            </a:r>
          </a:p>
          <a:p xmlns:a="http://schemas.openxmlformats.org/drawingml/2006/main">
            <a:r>
              <a:t>Duplicate this slide and replace the example copy in the unit's locale. Keep one learning purpose per frame. Keep answers in the feedback slide or notes. Use native response capture when required.</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A/B listening</a:t>
            </a:r>
          </a:p>
          <a:p xmlns:a="http://schemas.openxmlformats.org/drawingml/2006/main">
            <a:r>
              <a:t>Duplicate this slide and replace the example copy in the unit's locale. Keep one learning purpose per frame. Attach real audio or notation for each example. Do not reveal an ear-training answer visually.</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Feedback</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Error correction</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Practice loop</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Practice plan</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Application</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Reflection</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Summary</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Closing</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References</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Asset inventory</a:t>
            </a:r>
          </a:p>
          <a:p xmlns:a="http://schemas.openxmlformats.org/drawingml/2006/main">
            <a:r>
              <a:t>Duplicate this slide and replace the example copy in the unit's locale. Keep one learning purpose per frame. Author resource. Replace every asset before learner delivery.</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Production brief</a:t>
            </a:r>
          </a:p>
          <a:p xmlns:a="http://schemas.openxmlformats.org/drawingml/2006/main">
            <a:r>
              <a:t>Duplicate this slide and replace the example copy in the unit's locale. Keep one learning purpose per frame. Author resource. Keep classification and native delivery evidence in the production packet.</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Editorial review</a:t>
            </a:r>
          </a:p>
          <a:p xmlns:a="http://schemas.openxmlformats.org/drawingml/2006/main">
            <a:r>
              <a:t>Duplicate this slide and replace the example copy in the unit's locale. Keep one learning purpose per frame. Author resource. A presentation alone does not implement native practice or verify mastery.</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PDCA</a:t>
            </a:r>
          </a:p>
          <a:p xmlns:a="http://schemas.openxmlformats.org/drawingml/2006/main">
            <a:r>
              <a:t>Duplicate this slide and replace the example copy in the unit's locale. Keep one learning purpose per frame. Author resource. Record versions and evidence in the production packet.</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Resources</a:t>
            </a:r>
          </a:p>
          <a:p xmlns:a="http://schemas.openxmlformats.org/drawingml/2006/main">
            <a:r>
              <a:t>Duplicate this slide and replace the example copy in the unit's locale. Keep one learning purpose per frame. Author resource. Duplicate the editable diagrams and preserve the original brand mark.</a:t>
            </a:r>
          </a:p>
          <a:p xmlns:a="http://schemas.openxmlformats.org/drawingml/2006/main">
            <a:r>
              <a:t>Source: motifpath-brand/tokens.json and BRAND.md. Template source revision 1ba3947, visual system October 2026. Example content requires musical and editorial review. No media playback or grading is embedded.</a:t>
            </a:r>
          </a:p>
          <a:p xmlns:a="http://schemas.openxmlformats.org/drawingml/2006/main">
            <a:r>
              <a:t>Design benchmark: https://www.slidescarnival.com/tag/music (accessed 2026-10-18), used for breadth of template library, not copied artwork. Background generated with OpenAI image generation for this MotifPath template. Prompt: premium abstract satin violet ribbon on right third of indigo canvas, no text/logo. Font: Manrope from project @fontsource assets, available under the SIL Open Font License. Keep the license with redistributed font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Example section</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Filled explanation</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Filled rhythm</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Filled practice</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Filled feedback</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Filled application</a:t>
            </a:r>
          </a:p>
          <a:p xmlns:a="http://schemas.openxmlformats.org/drawingml/2006/main">
            <a:r>
              <a:t>Duplicate this slide and replace the example copy in the unit's locale. Keep one learning purpose per frame. </a:t>
            </a:r>
          </a:p>
          <a:p xmlns:a="http://schemas.openxmlformats.org/drawingml/2006/main">
            <a:r>
              <a:t>Source: motifpath-brand/tokens.json and BRAND.md. Template source revision 1ba3947, visual system October 2026. Example content requires musical and editorial review. No media playback or grading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6e966cd93749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b3c4b896464d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48b0190ea14d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459cacfdf048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44793d0b00457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5b5389c578459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9410c3c076da493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2d312e5d6b004ce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ec7a3cf13bf144e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90976c3e7924435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a516c68aca3f4d0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1a20e3cbad3a40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4B2642-DE02-4BEC-85FE-773311217E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F6F9F81-8D6F-4B26-9DE6-51A0FA81F1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353D37-32DE-4D8C-8ABD-49E1DF7B28B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EDB958-A827-44E7-BB89-EC62DAE605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06AF55-5203-4D13-AD6A-349734B272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B01E47-BF6E-454B-B3FF-AD13264998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A83A43-3331-45E1-B042-E9B0C67FA5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9E40B2A-731B-4281-BC86-219A33DE674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4F2315-E1FF-4C26-98BB-E089CA6D46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0C1BE0-E504-4A81-B679-8A8A2414E8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19498EA6-F9EC-472F-8BCC-269D1F4A06CB}"/>
              </a:ext>
            </a:extLst>
          </p:cNvPr>
          <p:cNvSpPr>
            <a:spLocks xmlns:a="http://schemas.openxmlformats.org/drawingml/2006/main" noGrp="1"/>
          </p:cNvSpPr>
          <p:nvPr>
            <p:ph type="title" idx="0"/>
          </p:nvPr>
        </p:nvSpPr>
        <p:spPr>
          <a:xfrm xmlns:a="http://schemas.openxmlformats.org/drawingml/2006/main">
            <a:off x="609600" y="1162050"/>
            <a:ext cx="10972800" cy="10477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a:t>
            </a:r>
          </a:p>
        </p:txBody>
      </p:sp>
      <p:sp>
        <p:nvSpPr>
          <p:cNvPr id="2" name="placeholder_2">
            <a:extLst xmlns:a="http://schemas.openxmlformats.org/drawingml/2006/main">
              <a:ext uri="{FF2B5EF4-FFF2-40B4-BE49-F238E27FC236}">
                <a16:creationId xmlns:a16="http://schemas.microsoft.com/office/drawing/2014/main" id="{DFCF5B2F-4D01-435F-8333-3A4EDD9D068D}"/>
              </a:ext>
            </a:extLst>
          </p:cNvPr>
          <p:cNvSpPr>
            <a:spLocks xmlns:a="http://schemas.openxmlformats.org/drawingml/2006/main" noGrp="1"/>
          </p:cNvSpPr>
          <p:nvPr>
            <p:ph type="body" idx="1"/>
          </p:nvPr>
        </p:nvSpPr>
        <p:spPr>
          <a:xfrm xmlns:a="http://schemas.openxmlformats.org/drawingml/2006/main">
            <a:off x="609600" y="2381250"/>
            <a:ext cx="10972800" cy="32385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[Content]</a:t>
            </a:r>
          </a:p>
        </p:txBody>
      </p:sp>
    </p:spTree>
  </p:cSld>
</p:sldLayout>
</file>

<file path=ppt/slideLayouts/slideLayout8.xml><?xml version="1.0" encoding="utf-8"?>
<p:sldLayout xmlns:p="http://schemas.openxmlformats.org/presentationml/2006/main">
  <p:cSld name="Two columns">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96FA9902-4C95-4AF0-98C9-0FD3ED9139AA}"/>
              </a:ext>
            </a:extLst>
          </p:cNvPr>
          <p:cNvSpPr>
            <a:spLocks xmlns:a="http://schemas.openxmlformats.org/drawingml/2006/main" noGrp="1"/>
          </p:cNvSpPr>
          <p:nvPr>
            <p:ph type="title" idx="0"/>
          </p:nvPr>
        </p:nvSpPr>
        <p:spPr>
          <a:xfrm xmlns:a="http://schemas.openxmlformats.org/drawingml/2006/main">
            <a:off x="609600" y="1162050"/>
            <a:ext cx="10972800" cy="10477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a:t>
            </a:r>
          </a:p>
        </p:txBody>
      </p:sp>
      <p:sp>
        <p:nvSpPr>
          <p:cNvPr id="2" name="placeholder_2">
            <a:extLst xmlns:a="http://schemas.openxmlformats.org/drawingml/2006/main">
              <a:ext uri="{FF2B5EF4-FFF2-40B4-BE49-F238E27FC236}">
                <a16:creationId xmlns:a16="http://schemas.microsoft.com/office/drawing/2014/main" id="{82FECCA3-293A-42FB-9933-CEB0143CC0B0}"/>
              </a:ext>
            </a:extLst>
          </p:cNvPr>
          <p:cNvSpPr>
            <a:spLocks xmlns:a="http://schemas.openxmlformats.org/drawingml/2006/main" noGrp="1"/>
          </p:cNvSpPr>
          <p:nvPr>
            <p:ph type="body" idx="1"/>
          </p:nvPr>
        </p:nvSpPr>
        <p:spPr>
          <a:xfrm xmlns:a="http://schemas.openxmlformats.org/drawingml/2006/main">
            <a:off x="609600" y="2381250"/>
            <a:ext cx="5048250" cy="32385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[Content]</a:t>
            </a:r>
          </a:p>
        </p:txBody>
      </p:sp>
    </p:spTree>
  </p:cSld>
</p:sldLayout>
</file>

<file path=ppt/slideLayouts/slideLayout9.xml><?xml version="1.0" encoding="utf-8"?>
<p:sldLayout xmlns:p="http://schemas.openxmlformats.org/presentationml/2006/main">
  <p:cSld name="Media with caption">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A245FBC4-8FFE-4F85-B686-43962AF9FC6E}"/>
              </a:ext>
            </a:extLst>
          </p:cNvPr>
          <p:cNvSpPr>
            <a:spLocks xmlns:a="http://schemas.openxmlformats.org/drawingml/2006/main" noGrp="1"/>
          </p:cNvSpPr>
          <p:nvPr>
            <p:ph type="title" idx="0"/>
          </p:nvPr>
        </p:nvSpPr>
        <p:spPr>
          <a:xfrm xmlns:a="http://schemas.openxmlformats.org/drawingml/2006/main">
            <a:off x="609600" y="1162050"/>
            <a:ext cx="10972800" cy="10477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a:t>
            </a:r>
          </a:p>
        </p:txBody>
      </p:sp>
      <p:sp>
        <p:nvSpPr>
          <p:cNvPr id="2" name="placeholder_2">
            <a:extLst xmlns:a="http://schemas.openxmlformats.org/drawingml/2006/main">
              <a:ext uri="{FF2B5EF4-FFF2-40B4-BE49-F238E27FC236}">
                <a16:creationId xmlns:a16="http://schemas.microsoft.com/office/drawing/2014/main" id="{1C170014-ECFE-45F4-883E-66E80D96D581}"/>
              </a:ext>
            </a:extLst>
          </p:cNvPr>
          <p:cNvSpPr>
            <a:spLocks xmlns:a="http://schemas.openxmlformats.org/drawingml/2006/main" noGrp="1"/>
          </p:cNvSpPr>
          <p:nvPr>
            <p:ph type="body" idx="1"/>
          </p:nvPr>
        </p:nvSpPr>
        <p:spPr>
          <a:xfrm xmlns:a="http://schemas.openxmlformats.org/drawingml/2006/main">
            <a:off x="609600" y="5286375"/>
            <a:ext cx="10972800" cy="5715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[Content]</a:t>
            </a:r>
          </a:p>
        </p:txBody>
      </p:sp>
    </p:spTree>
  </p:cSld>
</p:sldLayout>
</file>

<file path=ppt/slideLayouts/slideLayout10.xml><?xml version="1.0" encoding="utf-8"?>
<p:sldLayout xmlns:p="http://schemas.openxmlformats.org/presentationml/2006/main">
  <p:cSld name="Practice prompt">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66CE34D0-1C01-4C01-8DF8-BF0000C7D02B}"/>
              </a:ext>
            </a:extLst>
          </p:cNvPr>
          <p:cNvSpPr>
            <a:spLocks xmlns:a="http://schemas.openxmlformats.org/drawingml/2006/main" noGrp="1"/>
          </p:cNvSpPr>
          <p:nvPr>
            <p:ph type="title" idx="0"/>
          </p:nvPr>
        </p:nvSpPr>
        <p:spPr>
          <a:xfrm xmlns:a="http://schemas.openxmlformats.org/drawingml/2006/main">
            <a:off x="609600" y="1162050"/>
            <a:ext cx="10972800" cy="10477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a:t>
            </a:r>
          </a:p>
        </p:txBody>
      </p:sp>
      <p:sp>
        <p:nvSpPr>
          <p:cNvPr id="2" name="placeholder_2">
            <a:extLst xmlns:a="http://schemas.openxmlformats.org/drawingml/2006/main">
              <a:ext uri="{FF2B5EF4-FFF2-40B4-BE49-F238E27FC236}">
                <a16:creationId xmlns:a16="http://schemas.microsoft.com/office/drawing/2014/main" id="{169DC8CD-D3E8-4837-8564-9F2A2623B3F9}"/>
              </a:ext>
            </a:extLst>
          </p:cNvPr>
          <p:cNvSpPr>
            <a:spLocks xmlns:a="http://schemas.openxmlformats.org/drawingml/2006/main" noGrp="1"/>
          </p:cNvSpPr>
          <p:nvPr>
            <p:ph type="body" idx="1"/>
          </p:nvPr>
        </p:nvSpPr>
        <p:spPr>
          <a:xfrm xmlns:a="http://schemas.openxmlformats.org/drawingml/2006/main">
            <a:off x="609600" y="2571750"/>
            <a:ext cx="10972800" cy="23812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[Content]</a:t>
            </a:r>
          </a:p>
        </p:txBody>
      </p:sp>
    </p:spTree>
  </p:cSld>
</p:sldLayout>
</file>

<file path=ppt/slideLayouts/slideLayout11.xml><?xml version="1.0" encoding="utf-8"?>
<p:sldLayout xmlns:p="http://schemas.openxmlformats.org/presentationml/2006/main">
  <p:cSld name="Section heading">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72AAC359-CCB7-4E49-B92E-A540B8846516}"/>
              </a:ext>
            </a:extLst>
          </p:cNvPr>
          <p:cNvSpPr>
            <a:spLocks xmlns:a="http://schemas.openxmlformats.org/drawingml/2006/main" noGrp="1"/>
          </p:cNvSpPr>
          <p:nvPr>
            <p:ph type="title" idx="0"/>
          </p:nvPr>
        </p:nvSpPr>
        <p:spPr>
          <a:xfrm xmlns:a="http://schemas.openxmlformats.org/drawingml/2006/main">
            <a:off x="609600" y="1162050"/>
            <a:ext cx="10972800" cy="10477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a:t>
            </a:r>
          </a:p>
        </p:txBody>
      </p:sp>
      <p:sp>
        <p:nvSpPr>
          <p:cNvPr id="2" name="placeholder_2">
            <a:extLst xmlns:a="http://schemas.openxmlformats.org/drawingml/2006/main">
              <a:ext uri="{FF2B5EF4-FFF2-40B4-BE49-F238E27FC236}">
                <a16:creationId xmlns:a16="http://schemas.microsoft.com/office/drawing/2014/main" id="{017210DB-2442-431A-BC76-CFC047F816DC}"/>
              </a:ext>
            </a:extLst>
          </p:cNvPr>
          <p:cNvSpPr>
            <a:spLocks xmlns:a="http://schemas.openxmlformats.org/drawingml/2006/main" noGrp="1"/>
          </p:cNvSpPr>
          <p:nvPr>
            <p:ph type="body" idx="1"/>
          </p:nvPr>
        </p:nvSpPr>
        <p:spPr>
          <a:xfrm xmlns:a="http://schemas.openxmlformats.org/drawingml/2006/main">
            <a:off x="609600" y="3524250"/>
            <a:ext cx="10972800" cy="14287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[Content]</a:t>
            </a:r>
          </a:p>
        </p:txBody>
      </p:sp>
    </p:spTree>
  </p:cSld>
</p:sldLayout>
</file>

<file path=ppt/slideLayouts/slideLayout12.xml><?xml version="1.0" encoding="utf-8"?>
<p:sldLayout xmlns:p="http://schemas.openxmlformats.org/presentationml/2006/main">
  <p:cSld name="Diagram and explanation">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CD466ACA-4003-44D1-A041-75E7700860B8}"/>
              </a:ext>
            </a:extLst>
          </p:cNvPr>
          <p:cNvSpPr>
            <a:spLocks xmlns:a="http://schemas.openxmlformats.org/drawingml/2006/main" noGrp="1"/>
          </p:cNvSpPr>
          <p:nvPr>
            <p:ph type="title" idx="0"/>
          </p:nvPr>
        </p:nvSpPr>
        <p:spPr>
          <a:xfrm xmlns:a="http://schemas.openxmlformats.org/drawingml/2006/main">
            <a:off x="609600" y="1162050"/>
            <a:ext cx="10972800" cy="10477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a:t>
            </a:r>
          </a:p>
        </p:txBody>
      </p:sp>
      <p:sp>
        <p:nvSpPr>
          <p:cNvPr id="2" name="placeholder_2">
            <a:extLst xmlns:a="http://schemas.openxmlformats.org/drawingml/2006/main">
              <a:ext uri="{FF2B5EF4-FFF2-40B4-BE49-F238E27FC236}">
                <a16:creationId xmlns:a16="http://schemas.microsoft.com/office/drawing/2014/main" id="{BF85AD0A-0798-4792-AAD8-A5A553658391}"/>
              </a:ext>
            </a:extLst>
          </p:cNvPr>
          <p:cNvSpPr>
            <a:spLocks xmlns:a="http://schemas.openxmlformats.org/drawingml/2006/main" noGrp="1"/>
          </p:cNvSpPr>
          <p:nvPr>
            <p:ph type="body" idx="1"/>
          </p:nvPr>
        </p:nvSpPr>
        <p:spPr>
          <a:xfrm xmlns:a="http://schemas.openxmlformats.org/drawingml/2006/main">
            <a:off x="8334375" y="2381250"/>
            <a:ext cx="3143250" cy="32385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[Content]</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0eb04b82d948a4" /><Relationship Type="http://schemas.openxmlformats.org/officeDocument/2006/relationships/slideLayout" Target="/ppt/slideLayouts/slideLayout1.xml" Id="Rb421a7da26804d88" /><Relationship Type="http://schemas.openxmlformats.org/officeDocument/2006/relationships/slideLayout" Target="/ppt/slideLayouts/slideLayout2.xml" Id="R2861021215c64778" /><Relationship Type="http://schemas.openxmlformats.org/officeDocument/2006/relationships/slideLayout" Target="/ppt/slideLayouts/slideLayout3.xml" Id="Rd679e61968b5490d" /><Relationship Type="http://schemas.openxmlformats.org/officeDocument/2006/relationships/slideLayout" Target="/ppt/slideLayouts/slideLayout4.xml" Id="R68d0615dc0a443b0" /><Relationship Type="http://schemas.openxmlformats.org/officeDocument/2006/relationships/slideLayout" Target="/ppt/slideLayouts/slideLayout5.xml" Id="R045e902b576445ae" /><Relationship Type="http://schemas.openxmlformats.org/officeDocument/2006/relationships/slideLayout" Target="/ppt/slideLayouts/slideLayout6.xml" Id="R012db74e121d47cf"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5bc99146d18349ce" /><Relationship Type="http://schemas.openxmlformats.org/officeDocument/2006/relationships/slideLayout" Target="/ppt/slideLayouts/slideLayout7.xml" Id="Ra11f7ce370d14695" /><Relationship Type="http://schemas.openxmlformats.org/officeDocument/2006/relationships/slideLayout" Target="/ppt/slideLayouts/slideLayout8.xml" Id="R09684e7643e648b3" /><Relationship Type="http://schemas.openxmlformats.org/officeDocument/2006/relationships/slideLayout" Target="/ppt/slideLayouts/slideLayout9.xml" Id="R0e55ed7e030b4768" /><Relationship Type="http://schemas.openxmlformats.org/officeDocument/2006/relationships/slideLayout" Target="/ppt/slideLayouts/slideLayout10.xml" Id="Rf6d1a1d152674e12" /><Relationship Type="http://schemas.openxmlformats.org/officeDocument/2006/relationships/slideLayout" Target="/ppt/slideLayouts/slideLayout11.xml" Id="Rc87c73af32d94be8" /><Relationship Type="http://schemas.openxmlformats.org/officeDocument/2006/relationships/slideLayout" Target="/ppt/slideLayouts/slideLayout12.xml" Id="R42e2ee79f92a4e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21a7da26804d88"/>
    <p:sldLayoutId xmlns:r="http://schemas.openxmlformats.org/officeDocument/2006/relationships" id="2147483650" r:id="R2861021215c64778"/>
    <p:sldLayoutId xmlns:r="http://schemas.openxmlformats.org/officeDocument/2006/relationships" id="2147483651" r:id="Rd679e61968b5490d"/>
    <p:sldLayoutId xmlns:r="http://schemas.openxmlformats.org/officeDocument/2006/relationships" id="2147483652" r:id="R68d0615dc0a443b0"/>
    <p:sldLayoutId xmlns:r="http://schemas.openxmlformats.org/officeDocument/2006/relationships" id="2147483653" r:id="R045e902b576445ae"/>
    <p:sldLayoutId xmlns:r="http://schemas.openxmlformats.org/officeDocument/2006/relationships" id="2147483654" r:id="R012db74e121d47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otifPath content">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a11f7ce370d14695"/>
    <p:sldLayoutId xmlns:r="http://schemas.openxmlformats.org/officeDocument/2006/relationships" id="2147483657" r:id="R09684e7643e648b3"/>
    <p:sldLayoutId xmlns:r="http://schemas.openxmlformats.org/officeDocument/2006/relationships" id="2147483658" r:id="R0e55ed7e030b4768"/>
    <p:sldLayoutId xmlns:r="http://schemas.openxmlformats.org/officeDocument/2006/relationships" id="2147483659" r:id="Rf6d1a1d152674e12"/>
    <p:sldLayoutId xmlns:r="http://schemas.openxmlformats.org/officeDocument/2006/relationships" id="2147483660" r:id="Rc87c73af32d94be8"/>
    <p:sldLayoutId xmlns:r="http://schemas.openxmlformats.org/officeDocument/2006/relationships" id="2147483661" r:id="R42e2ee79f92a4e8d"/>
  </p:sldLayoutIdLst>
</p:sldMaster>
</file>

<file path=ppt/slideMasters/theme/theme2.xml><?xml version="1.0" encoding="utf-8"?>
<a:theme xmlns:a="http://schemas.openxmlformats.org/drawingml/2006/main" name="ChatGPT">
  <a:themeElements>
    <a:clrScheme name="MotifPath">
      <a:dk1>
        <a:srgbClr val="05072C"/>
      </a:dk1>
      <a:lt1>
        <a:srgbClr val="FFFFFF"/>
      </a:lt1>
      <a:dk2>
        <a:srgbClr val="1A1633"/>
      </a:dk2>
      <a:lt2>
        <a:srgbClr val="FBFAFF"/>
      </a:lt2>
      <a:accent1>
        <a:srgbClr val="6D28E0"/>
      </a:accent1>
      <a:accent2>
        <a:srgbClr val="C97CFF"/>
      </a:accent2>
      <a:accent3>
        <a:srgbClr val="1E7A4C"/>
      </a:accent3>
      <a:accent4>
        <a:srgbClr val="C4362F"/>
      </a:accent4>
      <a:accent5>
        <a:srgbClr val="B45309"/>
      </a:accent5>
      <a:accent6>
        <a:srgbClr val="E4D6FF"/>
      </a:accent6>
      <a:hlink>
        <a:srgbClr val="6D28E0"/>
      </a:hlink>
      <a:folHlink>
        <a:srgbClr val="6D28E0"/>
      </a:folHlink>
    </a:clrScheme>
    <a:fontScheme name="">
      <a:majorFont>
        <a:latin typeface="Manrope"/>
        <a:ea typeface=""/>
        <a:cs typeface=""/>
      </a:majorFont>
      <a:minorFont>
        <a:latin typeface="Manrope"/>
        <a:ea typeface=""/>
        <a:cs typeface=""/>
      </a:minorFont>
    </a:fontScheme>
    <a:fmtScheme name="MotifPat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MotifPath">
      <a:dk1>
        <a:srgbClr val="05072C"/>
      </a:dk1>
      <a:lt1>
        <a:srgbClr val="FFFFFF"/>
      </a:lt1>
      <a:dk2>
        <a:srgbClr val="1A1633"/>
      </a:dk2>
      <a:lt2>
        <a:srgbClr val="FBFAFF"/>
      </a:lt2>
      <a:accent1>
        <a:srgbClr val="6D28E0"/>
      </a:accent1>
      <a:accent2>
        <a:srgbClr val="C97CFF"/>
      </a:accent2>
      <a:accent3>
        <a:srgbClr val="1E7A4C"/>
      </a:accent3>
      <a:accent4>
        <a:srgbClr val="C4362F"/>
      </a:accent4>
      <a:accent5>
        <a:srgbClr val="B45309"/>
      </a:accent5>
      <a:accent6>
        <a:srgbClr val="E4D6FF"/>
      </a:accent6>
      <a:hlink>
        <a:srgbClr val="6D28E0"/>
      </a:hlink>
      <a:folHlink>
        <a:srgbClr val="6D28E0"/>
      </a:folHlink>
    </a:clrScheme>
    <a:fontScheme name="">
      <a:majorFont>
        <a:latin typeface="Manrope"/>
        <a:ea typeface=""/>
        <a:cs typeface=""/>
      </a:majorFont>
      <a:minorFont>
        <a:latin typeface="Manrope"/>
        <a:ea typeface=""/>
        <a:cs typeface=""/>
      </a:minorFont>
    </a:fontScheme>
    <a:fmtScheme name="MotifPat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97f40093d2845a5" /><Relationship Type="http://schemas.openxmlformats.org/officeDocument/2006/relationships/image" Target="/ppt/media/image.png" Id="R515f6760157c4d71" /><Relationship Type="http://schemas.openxmlformats.org/officeDocument/2006/relationships/image" Target="/ppt/media/image2.png" Id="Rc174d0e1f7c24ba7" /><Relationship Type="http://schemas.openxmlformats.org/officeDocument/2006/relationships/image" Target="/ppt/media/image3.png" Id="R09be14e262284b97" /><Relationship Type="http://schemas.openxmlformats.org/officeDocument/2006/relationships/notesSlide" Target="/ppt/notesSlides/notesSlide1.xml" Id="Rd1fe8903247847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cdc8503d364b23" /><Relationship Type="http://schemas.openxmlformats.org/officeDocument/2006/relationships/image" Target="/ppt/media/image4.png" Id="Rbad1315d5d0449ba" /><Relationship Type="http://schemas.openxmlformats.org/officeDocument/2006/relationships/notesSlide" Target="/ppt/notesSlides/notesSlide2.xml" Id="R0ac3ccad67a543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3114bb5d7144d4" /><Relationship Type="http://schemas.openxmlformats.org/officeDocument/2006/relationships/image" Target="/ppt/media/image5.png" Id="R138dee9678b94db5" /><Relationship Type="http://schemas.openxmlformats.org/officeDocument/2006/relationships/notesSlide" Target="/ppt/notesSlides/notesSlide3.xml" Id="R9c0dddbb36b944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bf4ccfff1e45dc" /><Relationship Type="http://schemas.openxmlformats.org/officeDocument/2006/relationships/image" Target="/ppt/media/image6.png" Id="R31038ebe0c994849" /><Relationship Type="http://schemas.openxmlformats.org/officeDocument/2006/relationships/notesSlide" Target="/ppt/notesSlides/notesSlide4.xml" Id="R67a0531fed7a40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febd1e49fc424e" /><Relationship Type="http://schemas.openxmlformats.org/officeDocument/2006/relationships/image" Target="/ppt/media/image7.png" Id="Rc333b9f28bf74f1d" /><Relationship Type="http://schemas.openxmlformats.org/officeDocument/2006/relationships/notesSlide" Target="/ppt/notesSlides/notesSlide5.xml" Id="Re6c0a367387942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b6f272dc8664efe" /><Relationship Type="http://schemas.openxmlformats.org/officeDocument/2006/relationships/image" Target="/ppt/media/image8.png" Id="Rb66b9b1d4a7146f3" /><Relationship Type="http://schemas.openxmlformats.org/officeDocument/2006/relationships/image" Target="/ppt/media/image9.png" Id="Radf58681dff049a5" /><Relationship Type="http://schemas.openxmlformats.org/officeDocument/2006/relationships/image" Target="/ppt/media/image10.png" Id="R3c7bb0884e3b4843" /><Relationship Type="http://schemas.openxmlformats.org/officeDocument/2006/relationships/notesSlide" Target="/ppt/notesSlides/notesSlide6.xml" Id="R0eaa37f76b0540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5d4a361c44d49e3" /><Relationship Type="http://schemas.openxmlformats.org/officeDocument/2006/relationships/image" Target="/ppt/media/image11.png" Id="Refdf60f08e114945" /><Relationship Type="http://schemas.openxmlformats.org/officeDocument/2006/relationships/notesSlide" Target="/ppt/notesSlides/notesSlide7.xml" Id="R0fd88021253f45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f9aae987b7416c" /><Relationship Type="http://schemas.openxmlformats.org/officeDocument/2006/relationships/notesSlide" Target="/ppt/notesSlides/notesSlide8.xml" Id="Rd9e15bee33ed49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c1f73a9f27c4586" /><Relationship Type="http://schemas.openxmlformats.org/officeDocument/2006/relationships/image" Target="/ppt/media/image12.png" Id="Rdf972ef20284436c" /><Relationship Type="http://schemas.openxmlformats.org/officeDocument/2006/relationships/notesSlide" Target="/ppt/notesSlides/notesSlide9.xml" Id="R6ae95ef310dd4d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8ab6ed217f343ff" /><Relationship Type="http://schemas.openxmlformats.org/officeDocument/2006/relationships/image" Target="/ppt/media/image13.png" Id="Rf24f138e9c2e4e6c" /><Relationship Type="http://schemas.openxmlformats.org/officeDocument/2006/relationships/notesSlide" Target="/ppt/notesSlides/notesSlide10.xml" Id="R926c77d806cd42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123458d151b4d9a" /><Relationship Type="http://schemas.openxmlformats.org/officeDocument/2006/relationships/image" Target="/ppt/media/image14.png" Id="R8680e21f941548b8" /><Relationship Type="http://schemas.openxmlformats.org/officeDocument/2006/relationships/notesSlide" Target="/ppt/notesSlides/notesSlide11.xml" Id="Rb0a1b9dbced84e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b9e2f8e2294464f" /><Relationship Type="http://schemas.openxmlformats.org/officeDocument/2006/relationships/image" Target="/ppt/media/image15.png" Id="Ra461e28ec5c64109" /><Relationship Type="http://schemas.openxmlformats.org/officeDocument/2006/relationships/notesSlide" Target="/ppt/notesSlides/notesSlide12.xml" Id="R4afaf363386d41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a783820656348fa" /><Relationship Type="http://schemas.openxmlformats.org/officeDocument/2006/relationships/image" Target="/ppt/media/image16.png" Id="Re377097b8399436b" /><Relationship Type="http://schemas.openxmlformats.org/officeDocument/2006/relationships/notesSlide" Target="/ppt/notesSlides/notesSlide13.xml" Id="Red628c25723842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e014c09746c454b" /><Relationship Type="http://schemas.openxmlformats.org/officeDocument/2006/relationships/image" Target="/ppt/media/image17.png" Id="Rfc6a298692ca499d" /><Relationship Type="http://schemas.openxmlformats.org/officeDocument/2006/relationships/notesSlide" Target="/ppt/notesSlides/notesSlide14.xml" Id="Rad2e5eb88ebc4c6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74ad1a901814739" /><Relationship Type="http://schemas.openxmlformats.org/officeDocument/2006/relationships/image" Target="/ppt/media/image18.png" Id="R130c391055a3404a" /><Relationship Type="http://schemas.openxmlformats.org/officeDocument/2006/relationships/notesSlide" Target="/ppt/notesSlides/notesSlide15.xml" Id="Re666654df47641b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d5eebb137ae4485" /><Relationship Type="http://schemas.openxmlformats.org/officeDocument/2006/relationships/image" Target="/ppt/media/image19.png" Id="Rf5685d61292d4aae" /><Relationship Type="http://schemas.openxmlformats.org/officeDocument/2006/relationships/notesSlide" Target="/ppt/notesSlides/notesSlide16.xml" Id="Rc1ae490b0113418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dea587a44844b66" /><Relationship Type="http://schemas.openxmlformats.org/officeDocument/2006/relationships/image" Target="/ppt/media/image20.png" Id="Rff0976da6e324582" /><Relationship Type="http://schemas.openxmlformats.org/officeDocument/2006/relationships/notesSlide" Target="/ppt/notesSlides/notesSlide17.xml" Id="R8baa486e40564a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3ef5288d34e4920" /><Relationship Type="http://schemas.openxmlformats.org/officeDocument/2006/relationships/image" Target="/ppt/media/image21.png" Id="R4c7c5ca05a1e4cfb" /><Relationship Type="http://schemas.openxmlformats.org/officeDocument/2006/relationships/notesSlide" Target="/ppt/notesSlides/notesSlide18.xml" Id="R9dbd4c2087b1492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d4c0bebc9f243ca" /><Relationship Type="http://schemas.openxmlformats.org/officeDocument/2006/relationships/image" Target="/ppt/media/image22.png" Id="R625ed56ef1834731" /><Relationship Type="http://schemas.openxmlformats.org/officeDocument/2006/relationships/notesSlide" Target="/ppt/notesSlides/notesSlide19.xml" Id="R86ae446ab6b64a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fc96627d9924d6c" /><Relationship Type="http://schemas.openxmlformats.org/officeDocument/2006/relationships/image" Target="/ppt/media/image23.png" Id="Rf1c605b93ab34253" /><Relationship Type="http://schemas.openxmlformats.org/officeDocument/2006/relationships/notesSlide" Target="/ppt/notesSlides/notesSlide20.xml" Id="R6a7a2ab1c98343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309bf06fa9f49bb" /><Relationship Type="http://schemas.openxmlformats.org/officeDocument/2006/relationships/image" Target="/ppt/media/image24.png" Id="Ra4b517af6bce45d6" /><Relationship Type="http://schemas.openxmlformats.org/officeDocument/2006/relationships/notesSlide" Target="/ppt/notesSlides/notesSlide21.xml" Id="R398bffce2c4540b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f80b1041a1e4540" /><Relationship Type="http://schemas.openxmlformats.org/officeDocument/2006/relationships/image" Target="/ppt/media/image25.png" Id="Ra6c5e8c1091b4a23" /><Relationship Type="http://schemas.openxmlformats.org/officeDocument/2006/relationships/notesSlide" Target="/ppt/notesSlides/notesSlide22.xml" Id="Ra67219053e514f0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9eca955a1944ebb" /><Relationship Type="http://schemas.openxmlformats.org/officeDocument/2006/relationships/image" Target="/ppt/media/image26.png" Id="R9293a32ff2504396" /><Relationship Type="http://schemas.openxmlformats.org/officeDocument/2006/relationships/notesSlide" Target="/ppt/notesSlides/notesSlide23.xml" Id="Ra86c894b084c4cb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b57fb6959de4020" /><Relationship Type="http://schemas.openxmlformats.org/officeDocument/2006/relationships/image" Target="/ppt/media/image27.png" Id="Rfccf1dba8d944c32" /><Relationship Type="http://schemas.openxmlformats.org/officeDocument/2006/relationships/notesSlide" Target="/ppt/notesSlides/notesSlide24.xml" Id="Rd0603f1e75b2421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d03a91921934dc7" /><Relationship Type="http://schemas.openxmlformats.org/officeDocument/2006/relationships/notesSlide" Target="/ppt/notesSlides/notesSlide25.xml" Id="R0e6a69ac148847b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cb097714dba4f10" /><Relationship Type="http://schemas.openxmlformats.org/officeDocument/2006/relationships/image" Target="/ppt/media/image28.png" Id="R59a3e78a08f44af5" /><Relationship Type="http://schemas.openxmlformats.org/officeDocument/2006/relationships/notesSlide" Target="/ppt/notesSlides/notesSlide26.xml" Id="R58ce99c586db43e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066dd742ec34945" /><Relationship Type="http://schemas.openxmlformats.org/officeDocument/2006/relationships/image" Target="/ppt/media/image29.png" Id="R7536be2b04504816" /><Relationship Type="http://schemas.openxmlformats.org/officeDocument/2006/relationships/notesSlide" Target="/ppt/notesSlides/notesSlide27.xml" Id="R08a19d229dcf498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76b3bb9f7ce48d7" /><Relationship Type="http://schemas.openxmlformats.org/officeDocument/2006/relationships/image" Target="/ppt/media/image30.png" Id="R195f41a77cd84b1c" /><Relationship Type="http://schemas.openxmlformats.org/officeDocument/2006/relationships/notesSlide" Target="/ppt/notesSlides/notesSlide28.xml" Id="Rb6c61862ad8a438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1c2ad63c5364877" /><Relationship Type="http://schemas.openxmlformats.org/officeDocument/2006/relationships/image" Target="/ppt/media/image31.png" Id="R4becabb8f2704502" /><Relationship Type="http://schemas.openxmlformats.org/officeDocument/2006/relationships/notesSlide" Target="/ppt/notesSlides/notesSlide29.xml" Id="R5f56765ed28347d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1987a8d613f45ff" /><Relationship Type="http://schemas.openxmlformats.org/officeDocument/2006/relationships/image" Target="/ppt/media/image32.png" Id="Rbf352c87c5a5476e" /><Relationship Type="http://schemas.openxmlformats.org/officeDocument/2006/relationships/notesSlide" Target="/ppt/notesSlides/notesSlide30.xml" Id="R452239c3ec60418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969d5459d2040cb" /><Relationship Type="http://schemas.openxmlformats.org/officeDocument/2006/relationships/image" Target="/ppt/media/image33.png" Id="Rf3aa503f3b24447b" /><Relationship Type="http://schemas.openxmlformats.org/officeDocument/2006/relationships/notesSlide" Target="/ppt/notesSlides/notesSlide31.xml" Id="R931dd854b5c84cc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87bb5edbe764c2a" /><Relationship Type="http://schemas.openxmlformats.org/officeDocument/2006/relationships/image" Target="/ppt/media/image34.png" Id="R6ce400d228c6453d" /><Relationship Type="http://schemas.openxmlformats.org/officeDocument/2006/relationships/notesSlide" Target="/ppt/notesSlides/notesSlide32.xml" Id="R65f7f0fd9c924be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4977ae9ebbf4727" /><Relationship Type="http://schemas.openxmlformats.org/officeDocument/2006/relationships/image" Target="/ppt/media/image35.png" Id="R8edc85f34bba4300" /><Relationship Type="http://schemas.openxmlformats.org/officeDocument/2006/relationships/notesSlide" Target="/ppt/notesSlides/notesSlide33.xml" Id="Ref448cbfa2b646c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623ace142b044b6" /><Relationship Type="http://schemas.openxmlformats.org/officeDocument/2006/relationships/image" Target="/ppt/media/image36.png" Id="R70a42da5d01b4b37" /><Relationship Type="http://schemas.openxmlformats.org/officeDocument/2006/relationships/notesSlide" Target="/ppt/notesSlides/notesSlide34.xml" Id="R16ffe93db285431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7163e0e562f493c" /><Relationship Type="http://schemas.openxmlformats.org/officeDocument/2006/relationships/image" Target="/ppt/media/image37.png" Id="R8e56312efa7041ee" /><Relationship Type="http://schemas.openxmlformats.org/officeDocument/2006/relationships/image" Target="/ppt/media/image38.png" Id="R651abea2eb774fa4" /><Relationship Type="http://schemas.openxmlformats.org/officeDocument/2006/relationships/image" Target="/ppt/media/image39.png" Id="Rb9e3358f46b34187" /><Relationship Type="http://schemas.openxmlformats.org/officeDocument/2006/relationships/notesSlide" Target="/ppt/notesSlides/notesSlide35.xml" Id="R420f3c6ae2614e6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ffb21ea69c8402a" /><Relationship Type="http://schemas.openxmlformats.org/officeDocument/2006/relationships/image" Target="/ppt/media/image40.png" Id="Re24f9743ac594a69" /><Relationship Type="http://schemas.openxmlformats.org/officeDocument/2006/relationships/notesSlide" Target="/ppt/notesSlides/notesSlide36.xml" Id="Rcb7744eed05d4f1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78d2b5887524af9" /><Relationship Type="http://schemas.openxmlformats.org/officeDocument/2006/relationships/image" Target="/ppt/media/image41.png" Id="Rdc52bba983204e7f" /><Relationship Type="http://schemas.openxmlformats.org/officeDocument/2006/relationships/notesSlide" Target="/ppt/notesSlides/notesSlide37.xml" Id="R5586d7cbdd46406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0bef69bc12043ad" /><Relationship Type="http://schemas.openxmlformats.org/officeDocument/2006/relationships/image" Target="/ppt/media/image42.png" Id="Rd1ed8d0bd4774d12" /><Relationship Type="http://schemas.openxmlformats.org/officeDocument/2006/relationships/notesSlide" Target="/ppt/notesSlides/notesSlide38.xml" Id="R9d44e3f9299a461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224327bf991479a" /><Relationship Type="http://schemas.openxmlformats.org/officeDocument/2006/relationships/image" Target="/ppt/media/image43.png" Id="Rb2e4520113204c37" /><Relationship Type="http://schemas.openxmlformats.org/officeDocument/2006/relationships/notesSlide" Target="/ppt/notesSlides/notesSlide39.xml" Id="R1bb765d4dc0f48d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b675bbc41564626" /><Relationship Type="http://schemas.openxmlformats.org/officeDocument/2006/relationships/image" Target="/ppt/media/image44.png" Id="R86da5fd16ca9420a" /><Relationship Type="http://schemas.openxmlformats.org/officeDocument/2006/relationships/notesSlide" Target="/ppt/notesSlides/notesSlide40.xml" Id="R3763ecec61bc482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d2fb44a1e6a4590" /><Relationship Type="http://schemas.openxmlformats.org/officeDocument/2006/relationships/image" Target="/ppt/media/image45.png" Id="R9a8ff054ad7a49ab" /><Relationship Type="http://schemas.openxmlformats.org/officeDocument/2006/relationships/notesSlide" Target="/ppt/notesSlides/notesSlide41.xml" Id="Rac613bdadc7a4cc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bcbed38c49c45c5" /><Relationship Type="http://schemas.openxmlformats.org/officeDocument/2006/relationships/notesSlide" Target="/ppt/notesSlides/notesSlide42.xml" Id="Rc01b44e8f220484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c905d73a18fa4997" /><Relationship Type="http://schemas.openxmlformats.org/officeDocument/2006/relationships/image" Target="/ppt/media/image46.png" Id="R62fc09a05e334742" /><Relationship Type="http://schemas.openxmlformats.org/officeDocument/2006/relationships/image" Target="/ppt/media/image47.png" Id="R904860ee42d84e3a" /><Relationship Type="http://schemas.openxmlformats.org/officeDocument/2006/relationships/notesSlide" Target="/ppt/notesSlides/notesSlide43.xml" Id="R4439538981b44d3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621a32393f9462a" /><Relationship Type="http://schemas.openxmlformats.org/officeDocument/2006/relationships/image" Target="/ppt/media/image48.png" Id="Rf11b50e085e849ad" /><Relationship Type="http://schemas.openxmlformats.org/officeDocument/2006/relationships/notesSlide" Target="/ppt/notesSlides/notesSlide44.xml" Id="Rb17af53d7b98449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8360e4a7878425d" /><Relationship Type="http://schemas.openxmlformats.org/officeDocument/2006/relationships/notesSlide" Target="/ppt/notesSlides/notesSlide45.xml" Id="R6e930b695b63415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273ca9db8024bcb" /><Relationship Type="http://schemas.openxmlformats.org/officeDocument/2006/relationships/image" Target="/ppt/media/image49.png" Id="R16f5eab99c774757" /><Relationship Type="http://schemas.openxmlformats.org/officeDocument/2006/relationships/notesSlide" Target="/ppt/notesSlides/notesSlide46.xml" Id="Rdfd0d5d9936e4b1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ffa1e0acc6aa45de" /><Relationship Type="http://schemas.openxmlformats.org/officeDocument/2006/relationships/image" Target="/ppt/media/image50.png" Id="R988ab092ba624379" /><Relationship Type="http://schemas.openxmlformats.org/officeDocument/2006/relationships/notesSlide" Target="/ppt/notesSlides/notesSlide47.xml" Id="R5a85ea41c6854e92" /></Relationships>
</file>

<file path=ppt/slides/slide1.xml><?xml version="1.0" encoding="utf-8"?>
<p:sld xmlns:p="http://schemas.openxmlformats.org/presentationml/2006/main">
  <p:cSld>
    <p:bg>
      <p:bgPr>
        <a:solidFill xmlns:a="http://schemas.openxmlformats.org/drawingml/2006/main">
          <a:srgbClr val="0B0D2E"/>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65D7D79-671F-4A2F-A230-8C2B9A0DAF06}"/>
              </a:ext>
            </a:extLst>
          </p:cNvPr>
          <p:cNvPicPr>
            <a:picLocks xmlns:a="http://schemas.openxmlformats.org/drawingml/2006/main" noChangeAspect="1"/>
          </p:cNvPicPr>
          <p:nvPr/>
        </p:nvPicPr>
        <p:blipFill>
          <a:blip xmlns:r="http://schemas.openxmlformats.org/officeDocument/2006/relationships" xmlns:a="http://schemas.openxmlformats.org/drawingml/2006/main" r:embed="R515f6760157c4d71"/>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B6B8E3-FA1A-443B-9DB7-E6FD5408B2DF}"/>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3" name="">
            <a:extLst xmlns:a="http://schemas.openxmlformats.org/drawingml/2006/main">
              <a:ext uri="{FF2B5EF4-FFF2-40B4-BE49-F238E27FC236}">
                <a16:creationId xmlns:a16="http://schemas.microsoft.com/office/drawing/2014/main" id="{8F02E9B0-0589-4047-AE56-A1DD4038CF30}"/>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01</a:t>
            </a:r>
          </a:p>
        </p:txBody>
      </p:sp>
      <p:pic>
        <p:nvPicPr>
          <p:cNvPr id="4" name="">
            <a:extLst xmlns:a="http://schemas.openxmlformats.org/drawingml/2006/main">
              <a:ext uri="{FF2B5EF4-FFF2-40B4-BE49-F238E27FC236}">
                <a16:creationId xmlns:a16="http://schemas.microsoft.com/office/drawing/2014/main" id="{16914161-8728-4190-8B4F-DA96B970DCED}"/>
              </a:ext>
            </a:extLst>
          </p:cNvPr>
          <p:cNvPicPr>
            <a:picLocks xmlns:a="http://schemas.openxmlformats.org/drawingml/2006/main" noChangeAspect="1"/>
          </p:cNvPicPr>
          <p:nvPr/>
        </p:nvPicPr>
        <p:blipFill>
          <a:blip xmlns:r="http://schemas.openxmlformats.org/officeDocument/2006/relationships" xmlns:a="http://schemas.openxmlformats.org/drawingml/2006/main" r:embed="Rc174d0e1f7c24ba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47FF2CD-1339-45D6-90D4-0A07E03B643E}"/>
              </a:ext>
            </a:extLst>
          </p:cNvPr>
          <p:cNvPicPr>
            <a:picLocks xmlns:a="http://schemas.openxmlformats.org/drawingml/2006/main" noChangeAspect="1"/>
          </p:cNvPicPr>
          <p:nvPr/>
        </p:nvPicPr>
        <p:blipFill>
          <a:blip xmlns:r="http://schemas.openxmlformats.org/officeDocument/2006/relationships" xmlns:a="http://schemas.openxmlformats.org/drawingml/2006/main" r:embed="R09be14e262284b97"/>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D58872-BF87-4060-87C0-7567DAC4282A}"/>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7" name="">
            <a:extLst xmlns:a="http://schemas.openxmlformats.org/drawingml/2006/main">
              <a:ext uri="{FF2B5EF4-FFF2-40B4-BE49-F238E27FC236}">
                <a16:creationId xmlns:a16="http://schemas.microsoft.com/office/drawing/2014/main" id="{F12704B9-7202-452D-8295-C7E39D5AA43E}"/>
              </a:ext>
            </a:extLst>
          </p:cNvPr>
          <p:cNvSpPr>
            <a:spLocks xmlns:a="http://schemas.openxmlformats.org/drawingml/2006/main" noGrp="1"/>
          </p:cNvSpPr>
          <p:nvPr/>
        </p:nvSpPr>
        <p:spPr>
          <a:xfrm xmlns:a="http://schemas.openxmlformats.org/drawingml/2006/main">
            <a:off x="609600" y="2095500"/>
            <a:ext cx="6762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850" b="1">
                <a:solidFill>
                  <a:srgbClr val="FFFFFF"/>
                </a:solidFill>
              </a:defRPr>
            </a:defPPr>
          </a:lstStyle>
          <a:p xmlns:a="http://schemas.openxmlformats.org/drawingml/2006/main">
            <a:pPr>
              <a:defRPr sz="5850" b="1">
                <a:solidFill>
                  <a:srgbClr val="FFFFFF"/>
                </a:solidFill>
              </a:defRPr>
            </a:pPr>
            <a:r>
              <a:rPr sz="5850" b="1">
                <a:solidFill>
                  <a:srgbClr val="FFFFFF"/>
                </a:solidFill>
              </a:rPr>
              <a:t>Music worth</a:t>
            </a:r>
          </a:p>
          <a:p xmlns:a="http://schemas.openxmlformats.org/drawingml/2006/main">
            <a:pPr>
              <a:defRPr sz="5850" b="1">
                <a:solidFill>
                  <a:srgbClr val="FFFFFF"/>
                </a:solidFill>
              </a:defRPr>
            </a:pPr>
            <a:r>
              <a:rPr sz="5850" b="1">
                <a:solidFill>
                  <a:srgbClr val="FFFFFF"/>
                </a:solidFill>
              </a:rPr>
              <a:t>practising</a:t>
            </a:r>
          </a:p>
        </p:txBody>
      </p:sp>
      <p:sp>
        <p:nvSpPr>
          <p:cNvPr id="8" name="">
            <a:extLst xmlns:a="http://schemas.openxmlformats.org/drawingml/2006/main">
              <a:ext uri="{FF2B5EF4-FFF2-40B4-BE49-F238E27FC236}">
                <a16:creationId xmlns:a16="http://schemas.microsoft.com/office/drawing/2014/main" id="{5C12B8E0-192A-48E2-BB4F-B6736F33F869}"/>
              </a:ext>
            </a:extLst>
          </p:cNvPr>
          <p:cNvSpPr>
            <a:spLocks xmlns:a="http://schemas.openxmlformats.org/drawingml/2006/main" noGrp="1"/>
          </p:cNvSpPr>
          <p:nvPr/>
        </p:nvSpPr>
        <p:spPr>
          <a:xfrm xmlns:a="http://schemas.openxmlformats.org/drawingml/2006/main">
            <a:off x="647700" y="4933950"/>
            <a:ext cx="595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E4D6FF"/>
                </a:solidFill>
              </a:defRPr>
            </a:defPPr>
          </a:lstStyle>
          <a:p xmlns:a="http://schemas.openxmlformats.org/drawingml/2006/main">
            <a:pPr>
              <a:defRPr sz="1950" b="0">
                <a:solidFill>
                  <a:srgbClr val="E4D6FF"/>
                </a:solidFill>
              </a:defRPr>
            </a:pPr>
            <a:r>
              <a:rPr sz="1950" b="0">
                <a:solidFill>
                  <a:srgbClr val="E4D6FF"/>
                </a:solidFill>
              </a:rPr>
              <a:t>MotifPath content presentation system</a:t>
            </a:r>
          </a:p>
          <a:p xmlns:a="http://schemas.openxmlformats.org/drawingml/2006/main">
            <a:pPr>
              <a:defRPr sz="1950" b="0">
                <a:solidFill>
                  <a:srgbClr val="E4D6FF"/>
                </a:solidFill>
              </a:defRPr>
            </a:pPr>
            <a:r>
              <a:rPr sz="1950" b="0">
                <a:solidFill>
                  <a:srgbClr val="E4D6FF"/>
                </a:solidFill>
              </a:rPr>
              <a:t>Reusable layouts and teaching resources</a:t>
            </a:r>
          </a:p>
        </p:txBody>
      </p:sp>
    </p:spTree>
    <p:extLst>
      <p:ext uri="{BB962C8B-B14F-4D97-AF65-F5344CB8AC3E}">
        <p14:creationId xmlns:p14="http://schemas.microsoft.com/office/powerpoint/2010/main" val="208500036"/>
      </p:ext>
    </p:extLst>
  </p:cSld>
</p:sld>
</file>

<file path=ppt/slides/slide2.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A7FB592-F168-4DCB-B625-9893A3259E94}"/>
              </a:ext>
            </a:extLst>
          </p:cNvPr>
          <p:cNvPicPr>
            <a:picLocks xmlns:a="http://schemas.openxmlformats.org/drawingml/2006/main" noChangeAspect="1"/>
          </p:cNvPicPr>
          <p:nvPr/>
        </p:nvPicPr>
        <p:blipFill>
          <a:blip xmlns:r="http://schemas.openxmlformats.org/officeDocument/2006/relationships" xmlns:a="http://schemas.openxmlformats.org/drawingml/2006/main" r:embed="Rbad1315d5d0449ba"/>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3E3891-C9BD-4774-85BC-F8D47DEA6FE5}"/>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6CD42B97-DCA3-4F23-AA2C-E18C629DF8F8}"/>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02</a:t>
            </a:r>
          </a:p>
        </p:txBody>
      </p:sp>
      <p:sp>
        <p:nvSpPr>
          <p:cNvPr id="4" name="">
            <a:extLst xmlns:a="http://schemas.openxmlformats.org/drawingml/2006/main">
              <a:ext uri="{FF2B5EF4-FFF2-40B4-BE49-F238E27FC236}">
                <a16:creationId xmlns:a16="http://schemas.microsoft.com/office/drawing/2014/main" id="{3A26E474-71DB-4089-AE4D-DBB3C0CB4348}"/>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 library for the whole learning sequence</a:t>
            </a:r>
          </a:p>
        </p:txBody>
      </p:sp>
      <p:sp>
        <p:nvSpPr>
          <p:cNvPr id="5" name="">
            <a:extLst xmlns:a="http://schemas.openxmlformats.org/drawingml/2006/main">
              <a:ext uri="{FF2B5EF4-FFF2-40B4-BE49-F238E27FC236}">
                <a16:creationId xmlns:a16="http://schemas.microsoft.com/office/drawing/2014/main" id="{572477C9-15D2-4259-8F08-E1AF25D2D245}"/>
              </a:ext>
            </a:extLst>
          </p:cNvPr>
          <p:cNvSpPr>
            <a:spLocks xmlns:a="http://schemas.openxmlformats.org/drawingml/2006/main" noGrp="1"/>
          </p:cNvSpPr>
          <p:nvPr/>
        </p:nvSpPr>
        <p:spPr>
          <a:xfrm xmlns:a="http://schemas.openxmlformats.org/drawingml/2006/main">
            <a:off x="609600" y="61436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B5470"/>
                </a:solidFill>
              </a:defRPr>
            </a:defPPr>
          </a:lstStyle>
          <a:p xmlns:a="http://schemas.openxmlformats.org/drawingml/2006/main">
            <a:pPr>
              <a:defRPr sz="1275" b="0">
                <a:solidFill>
                  <a:srgbClr val="5B5470"/>
                </a:solidFill>
              </a:defRPr>
            </a:pPr>
            <a:r>
              <a:rPr sz="1275" b="0">
                <a:solidFill>
                  <a:srgbClr val="5B5470"/>
                </a:solidFill>
              </a:rPr>
              <a:t>Author guide. Remove this slide from learner delivery.</a:t>
            </a:r>
          </a:p>
        </p:txBody>
      </p:sp>
      <p:graphicFrame>
        <p:nvGraphicFramePr>
          <p:cNvPr id="6" name="">
            <a:extLst xmlns:a="http://schemas.openxmlformats.org/drawingml/2006/main">
              <a:ext uri="{FF2B5EF4-FFF2-40B4-BE49-F238E27FC236}">
                <a16:creationId xmlns:a16="http://schemas.microsoft.com/office/drawing/2014/main" id="{CFC95714-4C08-4D70-A805-B6CE187ABC3F}"/>
              </a:ext>
            </a:extLst>
          </p:cNvPr>
          <p:cNvGraphicFramePr/>
          <p:nvPr/>
        </p:nvGraphicFramePr>
        <p:xfrm>
          <a:off xmlns:a="http://schemas.openxmlformats.org/drawingml/2006/main" x="609600" y="2381250"/>
          <a:ext xmlns:a="http://schemas.openxmlformats.org/drawingml/2006/main" cx="10972800" cy="3048000"/>
        </p:xfrm>
        <a:graphic xmlns:a="http://schemas.openxmlformats.org/drawingml/2006/main">
          <a:graphicData uri="http://schemas.openxmlformats.org/drawingml/2006/table">
            <a:tbl>
              <a:tblPr/>
              <a:tblGrid>
                <a:gridCol w="3657600"/>
                <a:gridCol w="3657600"/>
                <a:gridCol w="3657600"/>
              </a:tblGrid>
              <a:tr h="762000">
                <a:tc>
                  <a:txBody>
                    <a:bodyPr/>
                    <a:lstStyle/>
                    <a:p>
                      <a:r>
                        <a:rPr sz="1725" b="1">
                          <a:solidFill>
                            <a:srgbClr val="FFFFFF"/>
                          </a:solidFill>
                        </a:rPr>
                        <a:t>Open &amp; explain</a:t>
                      </a:r>
                    </a:p>
                  </a:txBody>
                  <a:tcPr marL="91440" marR="91440" marT="45720" marB="45720">
                    <a:lnL w="9525">
                      <a:solidFill>
                        <a:srgbClr val="E4DEF3"/>
                      </a:solidFill>
                    </a:lnL>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Demonstrate &amp; practise</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Reflect &amp; produce</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r>
              <a:tr h="762000">
                <a:tc>
                  <a:txBody>
                    <a:bodyPr/>
                    <a:lstStyle/>
                    <a:p>
                      <a:r>
                        <a:rPr sz="1650" b="0">
                          <a:solidFill>
                            <a:srgbClr val="1A1633"/>
                          </a:solidFill>
                        </a:rPr>
                        <a:t>Covers and dividers</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Audio and video</a:t>
                      </a:r>
                    </a:p>
                  </a:txBody>
                  <a:tcPr marL="91440" marR="91440" marT="45720" marB="45720">
                    <a:lnR w="9525">
                      <a:solidFill>
                        <a:srgbClr val="E4DEF3"/>
                      </a:solidFill>
                    </a:lnR>
                    <a:lnB w="9525">
                      <a:solidFill>
                        <a:srgbClr val="E4DEF3"/>
                      </a:solidFill>
                    </a:lnB>
                    <a:solidFill>
                      <a:srgbClr val="FFFFFF"/>
                    </a:solidFill>
                  </a:tcPr>
                </a:tc>
                <a:tc>
                  <a:txBody>
                    <a:bodyPr/>
                    <a:lstStyle/>
                    <a:p>
                      <a:r>
                        <a:rPr sz="1650" b="0">
                          <a:solidFill>
                            <a:srgbClr val="1A1633"/>
                          </a:solidFill>
                        </a:rPr>
                        <a:t>Feedback and retry</a:t>
                      </a:r>
                    </a:p>
                  </a:txBody>
                  <a:tcPr marL="91440" marR="91440" marT="45720" marB="45720">
                    <a:lnR w="9525">
                      <a:solidFill>
                        <a:srgbClr val="E4DEF3"/>
                      </a:solidFill>
                    </a:lnR>
                    <a:lnB w="9525">
                      <a:solidFill>
                        <a:srgbClr val="E4DEF3"/>
                      </a:solidFill>
                    </a:lnB>
                    <a:solidFill>
                      <a:srgbClr val="FFFFFF"/>
                    </a:solidFill>
                  </a:tcPr>
                </a:tc>
              </a:tr>
              <a:tr h="762000">
                <a:tc>
                  <a:txBody>
                    <a:bodyPr/>
                    <a:lstStyle/>
                    <a:p>
                      <a:r>
                        <a:rPr sz="1650" b="0">
                          <a:solidFill>
                            <a:srgbClr val="1A1633"/>
                          </a:solidFill>
                        </a:rPr>
                        <a:t>Outcomes and prerequisites</a:t>
                      </a:r>
                    </a:p>
                  </a:txBody>
                  <a:tcPr marL="91440" marR="91440" marT="45720" marB="45720">
                    <a:lnL w="9525">
                      <a:solidFill>
                        <a:srgbClr val="E4DEF3"/>
                      </a:solidFill>
                    </a:lnL>
                    <a:lnR w="9525">
                      <a:solidFill>
                        <a:srgbClr val="E4DEF3"/>
                      </a:solidFill>
                    </a:lnR>
                    <a:lnB w="9525">
                      <a:solidFill>
                        <a:srgbClr val="E4DEF3"/>
                      </a:solidFill>
                    </a:lnB>
                    <a:solidFill>
                      <a:srgbClr val="F0E9FF"/>
                    </a:solidFill>
                  </a:tcPr>
                </a:tc>
                <a:tc>
                  <a:txBody>
                    <a:bodyPr/>
                    <a:lstStyle/>
                    <a:p>
                      <a:r>
                        <a:rPr sz="1650" b="0">
                          <a:solidFill>
                            <a:srgbClr val="1A1633"/>
                          </a:solidFill>
                        </a:rPr>
                        <a:t>Fretboard, chord and rhythm</a:t>
                      </a:r>
                    </a:p>
                  </a:txBody>
                  <a:tcPr marL="91440" marR="91440" marT="45720" marB="45720">
                    <a:lnR w="9525">
                      <a:solidFill>
                        <a:srgbClr val="E4DEF3"/>
                      </a:solidFill>
                    </a:lnR>
                    <a:lnB w="9525">
                      <a:solidFill>
                        <a:srgbClr val="E4DEF3"/>
                      </a:solidFill>
                    </a:lnB>
                    <a:solidFill>
                      <a:srgbClr val="F0E9FF"/>
                    </a:solidFill>
                  </a:tcPr>
                </a:tc>
                <a:tc>
                  <a:txBody>
                    <a:bodyPr/>
                    <a:lstStyle/>
                    <a:p>
                      <a:r>
                        <a:rPr sz="1650" b="0">
                          <a:solidFill>
                            <a:srgbClr val="1A1633"/>
                          </a:solidFill>
                        </a:rPr>
                        <a:t>Summary and next practice</a:t>
                      </a:r>
                    </a:p>
                  </a:txBody>
                  <a:tcPr marL="91440" marR="91440" marT="45720" marB="45720">
                    <a:lnR w="9525">
                      <a:solidFill>
                        <a:srgbClr val="E4DEF3"/>
                      </a:solidFill>
                    </a:lnR>
                    <a:lnB w="9525">
                      <a:solidFill>
                        <a:srgbClr val="E4DEF3"/>
                      </a:solidFill>
                    </a:lnB>
                    <a:solidFill>
                      <a:srgbClr val="F0E9FF"/>
                    </a:solidFill>
                  </a:tcPr>
                </a:tc>
              </a:tr>
              <a:tr h="762000">
                <a:tc>
                  <a:txBody>
                    <a:bodyPr/>
                    <a:lstStyle/>
                    <a:p>
                      <a:r>
                        <a:rPr sz="1650" b="0">
                          <a:solidFill>
                            <a:srgbClr val="1A1633"/>
                          </a:solidFill>
                        </a:rPr>
                        <a:t>Text, images and comparison</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Questions and challenges</a:t>
                      </a:r>
                    </a:p>
                  </a:txBody>
                  <a:tcPr marL="91440" marR="91440" marT="45720" marB="45720">
                    <a:lnR w="9525">
                      <a:solidFill>
                        <a:srgbClr val="E4DEF3"/>
                      </a:solidFill>
                    </a:lnR>
                    <a:lnB w="9525">
                      <a:solidFill>
                        <a:srgbClr val="E4DEF3"/>
                      </a:solidFill>
                    </a:lnB>
                    <a:solidFill>
                      <a:srgbClr val="FFFFFF"/>
                    </a:solidFill>
                  </a:tcPr>
                </a:tc>
                <a:tc>
                  <a:txBody>
                    <a:bodyPr/>
                    <a:lstStyle/>
                    <a:p>
                      <a:r>
                        <a:rPr sz="1650" b="0">
                          <a:solidFill>
                            <a:srgbClr val="1A1633"/>
                          </a:solidFill>
                        </a:rPr>
                        <a:t>Sources, assets and PDCA</a:t>
                      </a:r>
                    </a:p>
                  </a:txBody>
                  <a:tcPr marL="91440" marR="91440" marT="45720" marB="45720">
                    <a:lnR w="9525">
                      <a:solidFill>
                        <a:srgbClr val="E4DEF3"/>
                      </a:solidFill>
                    </a:lnR>
                    <a:lnB w="9525">
                      <a:solidFill>
                        <a:srgbClr val="E4DEF3"/>
                      </a:solidFill>
                    </a:lnB>
                    <a:solidFill>
                      <a:srgbClr val="FFFFFF"/>
                    </a:solidFill>
                  </a:tcPr>
                </a:tc>
              </a:tr>
            </a:tbl>
          </a:graphicData>
        </a:graphic>
      </p:graphicFrame>
    </p:spTree>
    <p:extLst>
      <p:ext uri="{BB962C8B-B14F-4D97-AF65-F5344CB8AC3E}">
        <p14:creationId xmlns:p14="http://schemas.microsoft.com/office/powerpoint/2010/main" val="1146620109"/>
      </p:ext>
    </p:extLst>
  </p:cSld>
</p:sld>
</file>

<file path=ppt/slides/slide3.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025EA7F9-2A0E-4258-8529-25137EB09A3E}"/>
              </a:ext>
            </a:extLst>
          </p:cNvPr>
          <p:cNvPicPr>
            <a:picLocks xmlns:a="http://schemas.openxmlformats.org/drawingml/2006/main" noChangeAspect="1"/>
          </p:cNvPicPr>
          <p:nvPr/>
        </p:nvPicPr>
        <p:blipFill>
          <a:blip xmlns:r="http://schemas.openxmlformats.org/officeDocument/2006/relationships" xmlns:a="http://schemas.openxmlformats.org/drawingml/2006/main" r:embed="R138dee9678b94db5"/>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AE2CFD-05FC-4566-A9D7-D0A09AF699F4}"/>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BBDD3168-9CE0-4651-992C-FE648AD9FEAC}"/>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03</a:t>
            </a:r>
          </a:p>
        </p:txBody>
      </p:sp>
      <p:sp>
        <p:nvSpPr>
          <p:cNvPr id="4" name="">
            <a:extLst xmlns:a="http://schemas.openxmlformats.org/drawingml/2006/main">
              <a:ext uri="{FF2B5EF4-FFF2-40B4-BE49-F238E27FC236}">
                <a16:creationId xmlns:a16="http://schemas.microsoft.com/office/drawing/2014/main" id="{C09DD7A5-52D6-4B1D-B61F-2DEFB707A60E}"/>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The MotifPath visual signature</a:t>
            </a:r>
          </a:p>
        </p:txBody>
      </p:sp>
      <p:sp>
        <p:nvSpPr>
          <p:cNvPr id="5" name="">
            <a:extLst xmlns:a="http://schemas.openxmlformats.org/drawingml/2006/main">
              <a:ext uri="{FF2B5EF4-FFF2-40B4-BE49-F238E27FC236}">
                <a16:creationId xmlns:a16="http://schemas.microsoft.com/office/drawing/2014/main" id="{E7C0A830-7720-497B-836E-59E55E07A4F6}"/>
              </a:ext>
            </a:extLst>
          </p:cNvPr>
          <p:cNvSpPr>
            <a:spLocks xmlns:a="http://schemas.openxmlformats.org/drawingml/2006/main" noGrp="1"/>
          </p:cNvSpPr>
          <p:nvPr/>
        </p:nvSpPr>
        <p:spPr>
          <a:xfrm xmlns:a="http://schemas.openxmlformats.org/drawingml/2006/main">
            <a:off x="609600" y="61436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B5470"/>
                </a:solidFill>
              </a:defRPr>
            </a:defPPr>
          </a:lstStyle>
          <a:p xmlns:a="http://schemas.openxmlformats.org/drawingml/2006/main">
            <a:pPr>
              <a:defRPr sz="1275" b="0">
                <a:solidFill>
                  <a:srgbClr val="5B5470"/>
                </a:solidFill>
              </a:defRPr>
            </a:pPr>
            <a:r>
              <a:rPr sz="1275" b="0">
                <a:solidFill>
                  <a:srgbClr val="5B5470"/>
                </a:solidFill>
              </a:rPr>
              <a:t>Author guide. Palette and type follow the project brand.</a:t>
            </a:r>
          </a:p>
        </p:txBody>
      </p:sp>
      <p:sp>
        <p:nvSpPr>
          <p:cNvPr id="6" name="">
            <a:extLst xmlns:a="http://schemas.openxmlformats.org/drawingml/2006/main">
              <a:ext uri="{FF2B5EF4-FFF2-40B4-BE49-F238E27FC236}">
                <a16:creationId xmlns:a16="http://schemas.microsoft.com/office/drawing/2014/main" id="{B2AFF77E-5E81-4780-B0E4-C514944BE20D}"/>
              </a:ext>
            </a:extLst>
          </p:cNvPr>
          <p:cNvSpPr>
            <a:spLocks xmlns:a="http://schemas.openxmlformats.org/drawingml/2006/main" noGrp="1"/>
          </p:cNvSpPr>
          <p:nvPr/>
        </p:nvSpPr>
        <p:spPr>
          <a:xfrm xmlns:a="http://schemas.openxmlformats.org/drawingml/2006/main">
            <a:off x="609600" y="2381250"/>
            <a:ext cx="2381250" cy="1143000"/>
          </a:xfrm>
          <a:prstGeom xmlns:a="http://schemas.openxmlformats.org/drawingml/2006/main" prst="rect">
            <a:avLst/>
          </a:prstGeom>
          <a:solidFill xmlns:a="http://schemas.openxmlformats.org/drawingml/2006/main">
            <a:srgbClr val="05072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F4BB7C0-DA12-4601-BBF3-FA31A5FDFE5B}"/>
              </a:ext>
            </a:extLst>
          </p:cNvPr>
          <p:cNvSpPr>
            <a:spLocks xmlns:a="http://schemas.openxmlformats.org/drawingml/2006/main" noGrp="1"/>
          </p:cNvSpPr>
          <p:nvPr/>
        </p:nvSpPr>
        <p:spPr>
          <a:xfrm xmlns:a="http://schemas.openxmlformats.org/drawingml/2006/main">
            <a:off x="609600" y="370522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A1633"/>
                </a:solidFill>
              </a:defRPr>
            </a:defPPr>
          </a:lstStyle>
          <a:p xmlns:a="http://schemas.openxmlformats.org/drawingml/2006/main">
            <a:pPr>
              <a:defRPr sz="1875" b="0">
                <a:solidFill>
                  <a:srgbClr val="1A1633"/>
                </a:solidFill>
              </a:defRPr>
            </a:pPr>
            <a:r>
              <a:rPr sz="1875" b="0">
                <a:solidFill>
                  <a:srgbClr val="1A1633"/>
                </a:solidFill>
              </a:rPr>
              <a:t>Indigo</a:t>
            </a:r>
          </a:p>
        </p:txBody>
      </p:sp>
      <p:sp>
        <p:nvSpPr>
          <p:cNvPr id="8" name="">
            <a:extLst xmlns:a="http://schemas.openxmlformats.org/drawingml/2006/main">
              <a:ext uri="{FF2B5EF4-FFF2-40B4-BE49-F238E27FC236}">
                <a16:creationId xmlns:a16="http://schemas.microsoft.com/office/drawing/2014/main" id="{BCAD9168-ACC2-49C6-BC61-E5EAC6EF0F2D}"/>
              </a:ext>
            </a:extLst>
          </p:cNvPr>
          <p:cNvSpPr>
            <a:spLocks xmlns:a="http://schemas.openxmlformats.org/drawingml/2006/main" noGrp="1"/>
          </p:cNvSpPr>
          <p:nvPr/>
        </p:nvSpPr>
        <p:spPr>
          <a:xfrm xmlns:a="http://schemas.openxmlformats.org/drawingml/2006/main">
            <a:off x="609600" y="41148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B5470"/>
                </a:solidFill>
              </a:defRPr>
            </a:defPPr>
          </a:lstStyle>
          <a:p xmlns:a="http://schemas.openxmlformats.org/drawingml/2006/main">
            <a:pPr>
              <a:defRPr sz="1575" b="0">
                <a:solidFill>
                  <a:srgbClr val="5B5470"/>
                </a:solidFill>
              </a:defRPr>
            </a:pPr>
            <a:r>
              <a:rPr sz="1575" b="0">
                <a:solidFill>
                  <a:srgbClr val="5B5470"/>
                </a:solidFill>
              </a:rPr>
              <a:t>#05072C</a:t>
            </a:r>
          </a:p>
        </p:txBody>
      </p:sp>
      <p:sp>
        <p:nvSpPr>
          <p:cNvPr id="9" name="">
            <a:extLst xmlns:a="http://schemas.openxmlformats.org/drawingml/2006/main">
              <a:ext uri="{FF2B5EF4-FFF2-40B4-BE49-F238E27FC236}">
                <a16:creationId xmlns:a16="http://schemas.microsoft.com/office/drawing/2014/main" id="{8CF44C18-49CB-4B6E-9710-A4082CE1804E}"/>
              </a:ext>
            </a:extLst>
          </p:cNvPr>
          <p:cNvSpPr>
            <a:spLocks xmlns:a="http://schemas.openxmlformats.org/drawingml/2006/main" noGrp="1"/>
          </p:cNvSpPr>
          <p:nvPr/>
        </p:nvSpPr>
        <p:spPr>
          <a:xfrm xmlns:a="http://schemas.openxmlformats.org/drawingml/2006/main">
            <a:off x="3352800" y="2381250"/>
            <a:ext cx="2381250" cy="1143000"/>
          </a:xfrm>
          <a:prstGeom xmlns:a="http://schemas.openxmlformats.org/drawingml/2006/main" prst="rect">
            <a:avLst/>
          </a:prstGeom>
          <a:solidFill xmlns:a="http://schemas.openxmlformats.org/drawingml/2006/main">
            <a:srgbClr val="6D28E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16EC94-6DB2-422C-96DD-BCE6297B8EE6}"/>
              </a:ext>
            </a:extLst>
          </p:cNvPr>
          <p:cNvSpPr>
            <a:spLocks xmlns:a="http://schemas.openxmlformats.org/drawingml/2006/main" noGrp="1"/>
          </p:cNvSpPr>
          <p:nvPr/>
        </p:nvSpPr>
        <p:spPr>
          <a:xfrm xmlns:a="http://schemas.openxmlformats.org/drawingml/2006/main">
            <a:off x="3352800" y="370522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A1633"/>
                </a:solidFill>
              </a:defRPr>
            </a:defPPr>
          </a:lstStyle>
          <a:p xmlns:a="http://schemas.openxmlformats.org/drawingml/2006/main">
            <a:pPr>
              <a:defRPr sz="1875" b="0">
                <a:solidFill>
                  <a:srgbClr val="1A1633"/>
                </a:solidFill>
              </a:defRPr>
            </a:pPr>
            <a:r>
              <a:rPr sz="1875" b="0">
                <a:solidFill>
                  <a:srgbClr val="1A1633"/>
                </a:solidFill>
              </a:rPr>
              <a:t>Violet</a:t>
            </a:r>
          </a:p>
        </p:txBody>
      </p:sp>
      <p:sp>
        <p:nvSpPr>
          <p:cNvPr id="11" name="">
            <a:extLst xmlns:a="http://schemas.openxmlformats.org/drawingml/2006/main">
              <a:ext uri="{FF2B5EF4-FFF2-40B4-BE49-F238E27FC236}">
                <a16:creationId xmlns:a16="http://schemas.microsoft.com/office/drawing/2014/main" id="{413B3960-0C8D-4A24-B289-5349EBE53E91}"/>
              </a:ext>
            </a:extLst>
          </p:cNvPr>
          <p:cNvSpPr>
            <a:spLocks xmlns:a="http://schemas.openxmlformats.org/drawingml/2006/main" noGrp="1"/>
          </p:cNvSpPr>
          <p:nvPr/>
        </p:nvSpPr>
        <p:spPr>
          <a:xfrm xmlns:a="http://schemas.openxmlformats.org/drawingml/2006/main">
            <a:off x="3352800" y="41148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B5470"/>
                </a:solidFill>
              </a:defRPr>
            </a:defPPr>
          </a:lstStyle>
          <a:p xmlns:a="http://schemas.openxmlformats.org/drawingml/2006/main">
            <a:pPr>
              <a:defRPr sz="1575" b="0">
                <a:solidFill>
                  <a:srgbClr val="5B5470"/>
                </a:solidFill>
              </a:defRPr>
            </a:pPr>
            <a:r>
              <a:rPr sz="1575" b="0">
                <a:solidFill>
                  <a:srgbClr val="5B5470"/>
                </a:solidFill>
              </a:rPr>
              <a:t>#6D28E0</a:t>
            </a:r>
          </a:p>
        </p:txBody>
      </p:sp>
      <p:sp>
        <p:nvSpPr>
          <p:cNvPr id="12" name="">
            <a:extLst xmlns:a="http://schemas.openxmlformats.org/drawingml/2006/main">
              <a:ext uri="{FF2B5EF4-FFF2-40B4-BE49-F238E27FC236}">
                <a16:creationId xmlns:a16="http://schemas.microsoft.com/office/drawing/2014/main" id="{9127E614-3396-4C7D-8995-A524CD63746C}"/>
              </a:ext>
            </a:extLst>
          </p:cNvPr>
          <p:cNvSpPr>
            <a:spLocks xmlns:a="http://schemas.openxmlformats.org/drawingml/2006/main" noGrp="1"/>
          </p:cNvSpPr>
          <p:nvPr/>
        </p:nvSpPr>
        <p:spPr>
          <a:xfrm xmlns:a="http://schemas.openxmlformats.org/drawingml/2006/main">
            <a:off x="6096000" y="2381250"/>
            <a:ext cx="2381250" cy="1143000"/>
          </a:xfrm>
          <a:prstGeom xmlns:a="http://schemas.openxmlformats.org/drawingml/2006/main" prst="rect">
            <a:avLst/>
          </a:prstGeom>
          <a:solidFill xmlns:a="http://schemas.openxmlformats.org/drawingml/2006/main">
            <a:srgbClr val="C97C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55BA264-D5B7-4155-A6FD-5806773CFB43}"/>
              </a:ext>
            </a:extLst>
          </p:cNvPr>
          <p:cNvSpPr>
            <a:spLocks xmlns:a="http://schemas.openxmlformats.org/drawingml/2006/main" noGrp="1"/>
          </p:cNvSpPr>
          <p:nvPr/>
        </p:nvSpPr>
        <p:spPr>
          <a:xfrm xmlns:a="http://schemas.openxmlformats.org/drawingml/2006/main">
            <a:off x="6096000" y="370522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A1633"/>
                </a:solidFill>
              </a:defRPr>
            </a:defPPr>
          </a:lstStyle>
          <a:p xmlns:a="http://schemas.openxmlformats.org/drawingml/2006/main">
            <a:pPr>
              <a:defRPr sz="1875" b="0">
                <a:solidFill>
                  <a:srgbClr val="1A1633"/>
                </a:solidFill>
              </a:defRPr>
            </a:pPr>
            <a:r>
              <a:rPr sz="1875" b="0">
                <a:solidFill>
                  <a:srgbClr val="1A1633"/>
                </a:solidFill>
              </a:rPr>
              <a:t>Lilac</a:t>
            </a:r>
          </a:p>
        </p:txBody>
      </p:sp>
      <p:sp>
        <p:nvSpPr>
          <p:cNvPr id="14" name="">
            <a:extLst xmlns:a="http://schemas.openxmlformats.org/drawingml/2006/main">
              <a:ext uri="{FF2B5EF4-FFF2-40B4-BE49-F238E27FC236}">
                <a16:creationId xmlns:a16="http://schemas.microsoft.com/office/drawing/2014/main" id="{EC712204-E88C-4ED0-B553-E05AC70901E4}"/>
              </a:ext>
            </a:extLst>
          </p:cNvPr>
          <p:cNvSpPr>
            <a:spLocks xmlns:a="http://schemas.openxmlformats.org/drawingml/2006/main" noGrp="1"/>
          </p:cNvSpPr>
          <p:nvPr/>
        </p:nvSpPr>
        <p:spPr>
          <a:xfrm xmlns:a="http://schemas.openxmlformats.org/drawingml/2006/main">
            <a:off x="6096000" y="41148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B5470"/>
                </a:solidFill>
              </a:defRPr>
            </a:defPPr>
          </a:lstStyle>
          <a:p xmlns:a="http://schemas.openxmlformats.org/drawingml/2006/main">
            <a:pPr>
              <a:defRPr sz="1575" b="0">
                <a:solidFill>
                  <a:srgbClr val="5B5470"/>
                </a:solidFill>
              </a:defRPr>
            </a:pPr>
            <a:r>
              <a:rPr sz="1575" b="0">
                <a:solidFill>
                  <a:srgbClr val="5B5470"/>
                </a:solidFill>
              </a:rPr>
              <a:t>#C97CFF</a:t>
            </a:r>
          </a:p>
        </p:txBody>
      </p:sp>
      <p:sp>
        <p:nvSpPr>
          <p:cNvPr id="15" name="">
            <a:extLst xmlns:a="http://schemas.openxmlformats.org/drawingml/2006/main">
              <a:ext uri="{FF2B5EF4-FFF2-40B4-BE49-F238E27FC236}">
                <a16:creationId xmlns:a16="http://schemas.microsoft.com/office/drawing/2014/main" id="{3748583E-F74C-4670-BE4E-52AFBB70AD31}"/>
              </a:ext>
            </a:extLst>
          </p:cNvPr>
          <p:cNvSpPr>
            <a:spLocks xmlns:a="http://schemas.openxmlformats.org/drawingml/2006/main" noGrp="1"/>
          </p:cNvSpPr>
          <p:nvPr/>
        </p:nvSpPr>
        <p:spPr>
          <a:xfrm xmlns:a="http://schemas.openxmlformats.org/drawingml/2006/main">
            <a:off x="8839200" y="2381250"/>
            <a:ext cx="2381250" cy="1143000"/>
          </a:xfrm>
          <a:prstGeom xmlns:a="http://schemas.openxmlformats.org/drawingml/2006/main" prst="rect">
            <a:avLst/>
          </a:prstGeom>
          <a:solidFill xmlns:a="http://schemas.openxmlformats.org/drawingml/2006/main">
            <a:srgbClr val="FBFAFF"/>
          </a:solidFill>
          <a:ln xmlns:a="http://schemas.openxmlformats.org/drawingml/2006/main" w="9525">
            <a:solidFill>
              <a:srgbClr val="E4DEF3"/>
            </a:solidFill>
          </a:ln>
        </p:spPr>
      </p:sp>
      <p:sp>
        <p:nvSpPr>
          <p:cNvPr id="16" name="">
            <a:extLst xmlns:a="http://schemas.openxmlformats.org/drawingml/2006/main">
              <a:ext uri="{FF2B5EF4-FFF2-40B4-BE49-F238E27FC236}">
                <a16:creationId xmlns:a16="http://schemas.microsoft.com/office/drawing/2014/main" id="{D3650B6E-C5A4-412F-9547-48F9D4217E4A}"/>
              </a:ext>
            </a:extLst>
          </p:cNvPr>
          <p:cNvSpPr>
            <a:spLocks xmlns:a="http://schemas.openxmlformats.org/drawingml/2006/main" noGrp="1"/>
          </p:cNvSpPr>
          <p:nvPr/>
        </p:nvSpPr>
        <p:spPr>
          <a:xfrm xmlns:a="http://schemas.openxmlformats.org/drawingml/2006/main">
            <a:off x="8839200" y="370522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A1633"/>
                </a:solidFill>
              </a:defRPr>
            </a:defPPr>
          </a:lstStyle>
          <a:p xmlns:a="http://schemas.openxmlformats.org/drawingml/2006/main">
            <a:pPr>
              <a:defRPr sz="1875" b="0">
                <a:solidFill>
                  <a:srgbClr val="1A1633"/>
                </a:solidFill>
              </a:defRPr>
            </a:pPr>
            <a:r>
              <a:rPr sz="1875" b="0">
                <a:solidFill>
                  <a:srgbClr val="1A1633"/>
                </a:solidFill>
              </a:rPr>
              <a:t>Cream</a:t>
            </a:r>
          </a:p>
        </p:txBody>
      </p:sp>
      <p:sp>
        <p:nvSpPr>
          <p:cNvPr id="17" name="">
            <a:extLst xmlns:a="http://schemas.openxmlformats.org/drawingml/2006/main">
              <a:ext uri="{FF2B5EF4-FFF2-40B4-BE49-F238E27FC236}">
                <a16:creationId xmlns:a16="http://schemas.microsoft.com/office/drawing/2014/main" id="{944AC83A-F3B3-4AB9-A4D2-01FDB5B3F14D}"/>
              </a:ext>
            </a:extLst>
          </p:cNvPr>
          <p:cNvSpPr>
            <a:spLocks xmlns:a="http://schemas.openxmlformats.org/drawingml/2006/main" noGrp="1"/>
          </p:cNvSpPr>
          <p:nvPr/>
        </p:nvSpPr>
        <p:spPr>
          <a:xfrm xmlns:a="http://schemas.openxmlformats.org/drawingml/2006/main">
            <a:off x="8839200" y="41148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B5470"/>
                </a:solidFill>
              </a:defRPr>
            </a:defPPr>
          </a:lstStyle>
          <a:p xmlns:a="http://schemas.openxmlformats.org/drawingml/2006/main">
            <a:pPr>
              <a:defRPr sz="1575" b="0">
                <a:solidFill>
                  <a:srgbClr val="5B5470"/>
                </a:solidFill>
              </a:defRPr>
            </a:pPr>
            <a:r>
              <a:rPr sz="1575" b="0">
                <a:solidFill>
                  <a:srgbClr val="5B5470"/>
                </a:solidFill>
              </a:rPr>
              <a:t>#FBFAFF</a:t>
            </a:r>
          </a:p>
        </p:txBody>
      </p:sp>
      <p:sp>
        <p:nvSpPr>
          <p:cNvPr id="18" name="">
            <a:extLst xmlns:a="http://schemas.openxmlformats.org/drawingml/2006/main">
              <a:ext uri="{FF2B5EF4-FFF2-40B4-BE49-F238E27FC236}">
                <a16:creationId xmlns:a16="http://schemas.microsoft.com/office/drawing/2014/main" id="{2FDB65B9-80D0-43E2-9D71-350FB591B42E}"/>
              </a:ext>
            </a:extLst>
          </p:cNvPr>
          <p:cNvSpPr>
            <a:spLocks xmlns:a="http://schemas.openxmlformats.org/drawingml/2006/main" noGrp="1"/>
          </p:cNvSpPr>
          <p:nvPr/>
        </p:nvSpPr>
        <p:spPr>
          <a:xfrm xmlns:a="http://schemas.openxmlformats.org/drawingml/2006/main">
            <a:off x="609600" y="48577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1A1633"/>
                </a:solidFill>
              </a:defRPr>
            </a:defPPr>
          </a:lstStyle>
          <a:p xmlns:a="http://schemas.openxmlformats.org/drawingml/2006/main">
            <a:pPr>
              <a:defRPr sz="4800" b="1">
                <a:solidFill>
                  <a:srgbClr val="1A1633"/>
                </a:solidFill>
              </a:defRPr>
            </a:pPr>
            <a:r>
              <a:rPr sz="4800" b="1">
                <a:solidFill>
                  <a:srgbClr val="1A1633"/>
                </a:solidFill>
              </a:rPr>
              <a:t>Manrope</a:t>
            </a:r>
          </a:p>
        </p:txBody>
      </p:sp>
      <p:sp>
        <p:nvSpPr>
          <p:cNvPr id="19" name="">
            <a:extLst xmlns:a="http://schemas.openxmlformats.org/drawingml/2006/main">
              <a:ext uri="{FF2B5EF4-FFF2-40B4-BE49-F238E27FC236}">
                <a16:creationId xmlns:a16="http://schemas.microsoft.com/office/drawing/2014/main" id="{FC78B161-2A02-46EF-96AB-A5B408EA974F}"/>
              </a:ext>
            </a:extLst>
          </p:cNvPr>
          <p:cNvSpPr>
            <a:spLocks xmlns:a="http://schemas.openxmlformats.org/drawingml/2006/main" noGrp="1"/>
          </p:cNvSpPr>
          <p:nvPr/>
        </p:nvSpPr>
        <p:spPr>
          <a:xfrm xmlns:a="http://schemas.openxmlformats.org/drawingml/2006/main">
            <a:off x="6286500" y="495300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Large headings. Clear notation.</a:t>
            </a:r>
          </a:p>
          <a:p xmlns:a="http://schemas.openxmlformats.org/drawingml/2006/main">
            <a:pPr>
              <a:defRPr sz="2025" b="0">
                <a:solidFill>
                  <a:srgbClr val="1A1633"/>
                </a:solidFill>
              </a:defRPr>
            </a:pPr>
            <a:r>
              <a:rPr sz="2025" b="0">
                <a:solidFill>
                  <a:srgbClr val="1A1633"/>
                </a:solidFill>
              </a:rPr>
              <a:t>Room for the musical example.</a:t>
            </a:r>
          </a:p>
        </p:txBody>
      </p:sp>
    </p:spTree>
    <p:extLst>
      <p:ext uri="{BB962C8B-B14F-4D97-AF65-F5344CB8AC3E}">
        <p14:creationId xmlns:p14="http://schemas.microsoft.com/office/powerpoint/2010/main" val="995139814"/>
      </p:ext>
    </p:extLst>
  </p:cSld>
</p:sld>
</file>

<file path=ppt/slides/slide4.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B50623E-8A4C-4879-B464-317578F0941C}"/>
              </a:ext>
            </a:extLst>
          </p:cNvPr>
          <p:cNvPicPr>
            <a:picLocks xmlns:a="http://schemas.openxmlformats.org/drawingml/2006/main" noChangeAspect="1"/>
          </p:cNvPicPr>
          <p:nvPr/>
        </p:nvPicPr>
        <p:blipFill>
          <a:blip xmlns:r="http://schemas.openxmlformats.org/officeDocument/2006/relationships" xmlns:a="http://schemas.openxmlformats.org/drawingml/2006/main" r:embed="R31038ebe0c994849"/>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A0E2DE-0D13-4F18-8499-E66A4943A102}"/>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23CE951F-2590-4A93-ABDE-59781916E753}"/>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04</a:t>
            </a:r>
          </a:p>
        </p:txBody>
      </p:sp>
      <p:sp>
        <p:nvSpPr>
          <p:cNvPr id="4" name="">
            <a:extLst xmlns:a="http://schemas.openxmlformats.org/drawingml/2006/main">
              <a:ext uri="{FF2B5EF4-FFF2-40B4-BE49-F238E27FC236}">
                <a16:creationId xmlns:a16="http://schemas.microsoft.com/office/drawing/2014/main" id="{3064C3E7-1137-4862-A978-69911C62DA33}"/>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Layouts that fit the lesson</a:t>
            </a:r>
          </a:p>
        </p:txBody>
      </p:sp>
      <p:sp>
        <p:nvSpPr>
          <p:cNvPr id="5" name="">
            <a:extLst xmlns:a="http://schemas.openxmlformats.org/drawingml/2006/main">
              <a:ext uri="{FF2B5EF4-FFF2-40B4-BE49-F238E27FC236}">
                <a16:creationId xmlns:a16="http://schemas.microsoft.com/office/drawing/2014/main" id="{D0BFE2CB-52FC-44EC-B0F5-A3D9755650FC}"/>
              </a:ext>
            </a:extLst>
          </p:cNvPr>
          <p:cNvSpPr>
            <a:spLocks xmlns:a="http://schemas.openxmlformats.org/drawingml/2006/main" noGrp="1"/>
          </p:cNvSpPr>
          <p:nvPr/>
        </p:nvSpPr>
        <p:spPr>
          <a:xfrm xmlns:a="http://schemas.openxmlformats.org/drawingml/2006/main">
            <a:off x="609600" y="61436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B5470"/>
                </a:solidFill>
              </a:defRPr>
            </a:defPPr>
          </a:lstStyle>
          <a:p xmlns:a="http://schemas.openxmlformats.org/drawingml/2006/main">
            <a:pPr>
              <a:defRPr sz="1275" b="0">
                <a:solidFill>
                  <a:srgbClr val="5B5470"/>
                </a:solidFill>
              </a:defRPr>
            </a:pPr>
            <a:r>
              <a:rPr sz="1275" b="0">
                <a:solidFill>
                  <a:srgbClr val="5B5470"/>
                </a:solidFill>
              </a:rPr>
              <a:t>Author guide. Slides support the native learning experience.</a:t>
            </a:r>
          </a:p>
        </p:txBody>
      </p:sp>
      <p:sp>
        <p:nvSpPr>
          <p:cNvPr id="6" name="">
            <a:extLst xmlns:a="http://schemas.openxmlformats.org/drawingml/2006/main">
              <a:ext uri="{FF2B5EF4-FFF2-40B4-BE49-F238E27FC236}">
                <a16:creationId xmlns:a16="http://schemas.microsoft.com/office/drawing/2014/main" id="{C9E6435B-92AC-4C98-B9E3-4F253F649B19}"/>
              </a:ext>
            </a:extLst>
          </p:cNvPr>
          <p:cNvSpPr>
            <a:spLocks xmlns:a="http://schemas.openxmlformats.org/drawingml/2006/main" noGrp="1"/>
          </p:cNvSpPr>
          <p:nvPr/>
        </p:nvSpPr>
        <p:spPr>
          <a:xfrm xmlns:a="http://schemas.openxmlformats.org/drawingml/2006/main">
            <a:off x="609600" y="2571750"/>
            <a:ext cx="3168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1  Choose</a:t>
            </a:r>
          </a:p>
        </p:txBody>
      </p:sp>
      <p:sp>
        <p:nvSpPr>
          <p:cNvPr id="7" name="">
            <a:extLst xmlns:a="http://schemas.openxmlformats.org/drawingml/2006/main">
              <a:ext uri="{FF2B5EF4-FFF2-40B4-BE49-F238E27FC236}">
                <a16:creationId xmlns:a16="http://schemas.microsoft.com/office/drawing/2014/main" id="{61293271-BAC2-4BDB-B8E0-BD41A1342973}"/>
              </a:ext>
            </a:extLst>
          </p:cNvPr>
          <p:cNvSpPr>
            <a:spLocks xmlns:a="http://schemas.openxmlformats.org/drawingml/2006/main" noGrp="1"/>
          </p:cNvSpPr>
          <p:nvPr/>
        </p:nvSpPr>
        <p:spPr>
          <a:xfrm xmlns:a="http://schemas.openxmlformats.org/drawingml/2006/main">
            <a:off x="609600" y="3390900"/>
            <a:ext cx="31305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Select a layout for the learning purpose, then duplicate it.</a:t>
            </a:r>
          </a:p>
        </p:txBody>
      </p:sp>
      <p:sp>
        <p:nvSpPr>
          <p:cNvPr id="8" name="">
            <a:extLst xmlns:a="http://schemas.openxmlformats.org/drawingml/2006/main">
              <a:ext uri="{FF2B5EF4-FFF2-40B4-BE49-F238E27FC236}">
                <a16:creationId xmlns:a16="http://schemas.microsoft.com/office/drawing/2014/main" id="{02991302-9F84-423A-B8F5-6DC5C0AF2E69}"/>
              </a:ext>
            </a:extLst>
          </p:cNvPr>
          <p:cNvSpPr>
            <a:spLocks xmlns:a="http://schemas.openxmlformats.org/drawingml/2006/main" noGrp="1"/>
          </p:cNvSpPr>
          <p:nvPr/>
        </p:nvSpPr>
        <p:spPr>
          <a:xfrm xmlns:a="http://schemas.openxmlformats.org/drawingml/2006/main">
            <a:off x="4102100" y="2571750"/>
            <a:ext cx="3168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2  Replace</a:t>
            </a:r>
          </a:p>
        </p:txBody>
      </p:sp>
      <p:sp>
        <p:nvSpPr>
          <p:cNvPr id="9" name="">
            <a:extLst xmlns:a="http://schemas.openxmlformats.org/drawingml/2006/main">
              <a:ext uri="{FF2B5EF4-FFF2-40B4-BE49-F238E27FC236}">
                <a16:creationId xmlns:a16="http://schemas.microsoft.com/office/drawing/2014/main" id="{D7141386-2A9A-461D-A4B1-324F907C0F5E}"/>
              </a:ext>
            </a:extLst>
          </p:cNvPr>
          <p:cNvSpPr>
            <a:spLocks xmlns:a="http://schemas.openxmlformats.org/drawingml/2006/main" noGrp="1"/>
          </p:cNvSpPr>
          <p:nvPr/>
        </p:nvSpPr>
        <p:spPr>
          <a:xfrm xmlns:a="http://schemas.openxmlformats.org/drawingml/2006/main">
            <a:off x="4102100" y="3390900"/>
            <a:ext cx="31305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Use the unit’s locale. Replace sample copy, diagrams and media.</a:t>
            </a:r>
          </a:p>
        </p:txBody>
      </p:sp>
      <p:sp>
        <p:nvSpPr>
          <p:cNvPr id="10" name="">
            <a:extLst xmlns:a="http://schemas.openxmlformats.org/drawingml/2006/main">
              <a:ext uri="{FF2B5EF4-FFF2-40B4-BE49-F238E27FC236}">
                <a16:creationId xmlns:a16="http://schemas.microsoft.com/office/drawing/2014/main" id="{AE6EC8C6-F63A-4378-AAC3-F12E9814E0EB}"/>
              </a:ext>
            </a:extLst>
          </p:cNvPr>
          <p:cNvSpPr>
            <a:spLocks xmlns:a="http://schemas.openxmlformats.org/drawingml/2006/main" noGrp="1"/>
          </p:cNvSpPr>
          <p:nvPr/>
        </p:nvSpPr>
        <p:spPr>
          <a:xfrm xmlns:a="http://schemas.openxmlformats.org/drawingml/2006/main">
            <a:off x="7594600" y="2571750"/>
            <a:ext cx="3168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3  Deliver</a:t>
            </a:r>
          </a:p>
        </p:txBody>
      </p:sp>
      <p:sp>
        <p:nvSpPr>
          <p:cNvPr id="11" name="">
            <a:extLst xmlns:a="http://schemas.openxmlformats.org/drawingml/2006/main">
              <a:ext uri="{FF2B5EF4-FFF2-40B4-BE49-F238E27FC236}">
                <a16:creationId xmlns:a16="http://schemas.microsoft.com/office/drawing/2014/main" id="{C7820098-E1ED-4C69-8750-7C3A2CE337A8}"/>
              </a:ext>
            </a:extLst>
          </p:cNvPr>
          <p:cNvSpPr>
            <a:spLocks xmlns:a="http://schemas.openxmlformats.org/drawingml/2006/main" noGrp="1"/>
          </p:cNvSpPr>
          <p:nvPr/>
        </p:nvSpPr>
        <p:spPr>
          <a:xfrm xmlns:a="http://schemas.openxmlformats.org/drawingml/2006/main">
            <a:off x="7594600" y="3390900"/>
            <a:ext cx="31305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Remove author pages. Check the actual phone, video or classroom view.</a:t>
            </a:r>
          </a:p>
        </p:txBody>
      </p:sp>
    </p:spTree>
    <p:extLst>
      <p:ext uri="{BB962C8B-B14F-4D97-AF65-F5344CB8AC3E}">
        <p14:creationId xmlns:p14="http://schemas.microsoft.com/office/powerpoint/2010/main" val="512129218"/>
      </p:ext>
    </p:extLst>
  </p:cSld>
</p:sld>
</file>

<file path=ppt/slides/slide5.xml><?xml version="1.0" encoding="utf-8"?>
<p:sld xmlns:p="http://schemas.openxmlformats.org/presentationml/2006/main">
  <p:cSld>
    <p:bg>
      <p:bgPr>
        <a:solidFill xmlns:a="http://schemas.openxmlformats.org/drawingml/2006/main">
          <a:srgbClr val="0B0D2E"/>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B0BC2DB-B61F-45B9-8CFB-C841EB1DF223}"/>
              </a:ext>
            </a:extLst>
          </p:cNvPr>
          <p:cNvPicPr>
            <a:picLocks xmlns:a="http://schemas.openxmlformats.org/drawingml/2006/main" noChangeAspect="1"/>
          </p:cNvPicPr>
          <p:nvPr/>
        </p:nvPicPr>
        <p:blipFill>
          <a:blip xmlns:r="http://schemas.openxmlformats.org/officeDocument/2006/relationships" xmlns:a="http://schemas.openxmlformats.org/drawingml/2006/main" r:embed="Rc333b9f28bf74f1d"/>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E4569E-E4C1-4FCE-ACC5-FCA6504B5732}"/>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3" name="">
            <a:extLst xmlns:a="http://schemas.openxmlformats.org/drawingml/2006/main">
              <a:ext uri="{FF2B5EF4-FFF2-40B4-BE49-F238E27FC236}">
                <a16:creationId xmlns:a16="http://schemas.microsoft.com/office/drawing/2014/main" id="{843D55E0-4EEB-4588-92AC-ED434CD00343}"/>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05</a:t>
            </a:r>
          </a:p>
        </p:txBody>
      </p:sp>
      <p:sp>
        <p:nvSpPr>
          <p:cNvPr id="4" name="">
            <a:extLst xmlns:a="http://schemas.openxmlformats.org/drawingml/2006/main">
              <a:ext uri="{FF2B5EF4-FFF2-40B4-BE49-F238E27FC236}">
                <a16:creationId xmlns:a16="http://schemas.microsoft.com/office/drawing/2014/main" id="{B72B8DE0-7BC7-4C37-B90E-29F6891B687B}"/>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A playable outcome</a:t>
            </a:r>
          </a:p>
        </p:txBody>
      </p:sp>
      <p:sp>
        <p:nvSpPr>
          <p:cNvPr id="5" name="">
            <a:extLst xmlns:a="http://schemas.openxmlformats.org/drawingml/2006/main">
              <a:ext uri="{FF2B5EF4-FFF2-40B4-BE49-F238E27FC236}">
                <a16:creationId xmlns:a16="http://schemas.microsoft.com/office/drawing/2014/main" id="{98637428-B097-49A9-AF3A-B7D36CFD5E58}"/>
              </a:ext>
            </a:extLst>
          </p:cNvPr>
          <p:cNvSpPr>
            <a:spLocks xmlns:a="http://schemas.openxmlformats.org/drawingml/2006/main" noGrp="1"/>
          </p:cNvSpPr>
          <p:nvPr/>
        </p:nvSpPr>
        <p:spPr>
          <a:xfrm xmlns:a="http://schemas.openxmlformats.org/drawingml/2006/main">
            <a:off x="609600" y="61436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E4D6FF"/>
                </a:solidFill>
              </a:defRPr>
            </a:defPPr>
          </a:lstStyle>
          <a:p xmlns:a="http://schemas.openxmlformats.org/drawingml/2006/main">
            <a:pPr>
              <a:defRPr sz="1275" b="0">
                <a:solidFill>
                  <a:srgbClr val="E4D6FF"/>
                </a:solidFill>
              </a:defRPr>
            </a:pPr>
            <a:r>
              <a:rPr sz="1275" b="0">
                <a:solidFill>
                  <a:srgbClr val="E4D6FF"/>
                </a:solidFill>
              </a:rPr>
              <a:t>Author guide. Example sequence, not a mandatory slide count.</a:t>
            </a:r>
          </a:p>
        </p:txBody>
      </p:sp>
      <p:sp>
        <p:nvSpPr>
          <p:cNvPr id="6" name="">
            <a:extLst xmlns:a="http://schemas.openxmlformats.org/drawingml/2006/main">
              <a:ext uri="{FF2B5EF4-FFF2-40B4-BE49-F238E27FC236}">
                <a16:creationId xmlns:a16="http://schemas.microsoft.com/office/drawing/2014/main" id="{1A472838-8ED5-42E2-9234-1BF328820F29}"/>
              </a:ext>
            </a:extLst>
          </p:cNvPr>
          <p:cNvSpPr>
            <a:spLocks xmlns:a="http://schemas.openxmlformats.org/drawingml/2006/main" noGrp="1"/>
          </p:cNvSpPr>
          <p:nvPr/>
        </p:nvSpPr>
        <p:spPr>
          <a:xfrm xmlns:a="http://schemas.openxmlformats.org/drawingml/2006/main">
            <a:off x="609600" y="242887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1">
                <a:solidFill>
                  <a:srgbClr val="C97CFF"/>
                </a:solidFill>
              </a:defRPr>
            </a:defPPr>
          </a:lstStyle>
          <a:p xmlns:a="http://schemas.openxmlformats.org/drawingml/2006/main">
            <a:pPr>
              <a:defRPr sz="5400" b="1">
                <a:solidFill>
                  <a:srgbClr val="C97CFF"/>
                </a:solidFill>
              </a:defRPr>
            </a:pPr>
            <a:r>
              <a:rPr sz="5400" b="1">
                <a:solidFill>
                  <a:srgbClr val="C97CFF"/>
                </a:solidFill>
              </a:rPr>
              <a:t>Payoff</a:t>
            </a:r>
          </a:p>
        </p:txBody>
      </p:sp>
      <p:sp>
        <p:nvSpPr>
          <p:cNvPr id="7" name="">
            <a:extLst xmlns:a="http://schemas.openxmlformats.org/drawingml/2006/main">
              <a:ext uri="{FF2B5EF4-FFF2-40B4-BE49-F238E27FC236}">
                <a16:creationId xmlns:a16="http://schemas.microsoft.com/office/drawing/2014/main" id="{76C43CDB-9A0A-43EE-A815-4FDED403A5EB}"/>
              </a:ext>
            </a:extLst>
          </p:cNvPr>
          <p:cNvSpPr>
            <a:spLocks xmlns:a="http://schemas.openxmlformats.org/drawingml/2006/main" noGrp="1"/>
          </p:cNvSpPr>
          <p:nvPr/>
        </p:nvSpPr>
        <p:spPr>
          <a:xfrm xmlns:a="http://schemas.openxmlformats.org/drawingml/2006/main">
            <a:off x="5619750" y="2457450"/>
            <a:ext cx="5810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0">
                <a:solidFill>
                  <a:srgbClr val="FFFFFF"/>
                </a:solidFill>
              </a:defRPr>
            </a:defPPr>
          </a:lstStyle>
          <a:p xmlns:a="http://schemas.openxmlformats.org/drawingml/2006/main">
            <a:pPr>
              <a:defRPr sz="2775" b="0">
                <a:solidFill>
                  <a:srgbClr val="FFFFFF"/>
                </a:solidFill>
              </a:defRPr>
            </a:pPr>
            <a:r>
              <a:rPr sz="2775" b="0">
                <a:solidFill>
                  <a:srgbClr val="FFFFFF"/>
                </a:solidFill>
              </a:rPr>
              <a:t>Method and demonstration</a:t>
            </a:r>
          </a:p>
          <a:p xmlns:a="http://schemas.openxmlformats.org/drawingml/2006/main">
            <a:pPr>
              <a:defRPr sz="2775" b="0">
                <a:solidFill>
                  <a:srgbClr val="FFFFFF"/>
                </a:solidFill>
              </a:defRPr>
            </a:pPr>
            <a:r>
              <a:rPr sz="2775" b="0">
                <a:solidFill>
                  <a:srgbClr val="FFFFFF"/>
                </a:solidFill>
              </a:rPr>
              <a:t>Attempt and useful correction</a:t>
            </a:r>
          </a:p>
          <a:p xmlns:a="http://schemas.openxmlformats.org/drawingml/2006/main">
            <a:pPr>
              <a:defRPr sz="2775" b="0">
                <a:solidFill>
                  <a:srgbClr val="FFFFFF"/>
                </a:solidFill>
              </a:defRPr>
            </a:pPr>
            <a:r>
              <a:rPr sz="2775" b="0">
                <a:solidFill>
                  <a:srgbClr val="FFFFFF"/>
                </a:solidFill>
              </a:rPr>
              <a:t>Application and next practice</a:t>
            </a:r>
          </a:p>
        </p:txBody>
      </p:sp>
      <p:sp>
        <p:nvSpPr>
          <p:cNvPr id="8" name="">
            <a:extLst xmlns:a="http://schemas.openxmlformats.org/drawingml/2006/main">
              <a:ext uri="{FF2B5EF4-FFF2-40B4-BE49-F238E27FC236}">
                <a16:creationId xmlns:a16="http://schemas.microsoft.com/office/drawing/2014/main" id="{F29D12F9-6BE1-45E8-8114-AF02ECE9A1D4}"/>
              </a:ext>
            </a:extLst>
          </p:cNvPr>
          <p:cNvSpPr>
            <a:spLocks xmlns:a="http://schemas.openxmlformats.org/drawingml/2006/main" noGrp="1"/>
          </p:cNvSpPr>
          <p:nvPr/>
        </p:nvSpPr>
        <p:spPr>
          <a:xfrm xmlns:a="http://schemas.openxmlformats.org/drawingml/2006/main">
            <a:off x="609600" y="5286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E4D6FF"/>
                </a:solidFill>
              </a:defRPr>
            </a:defPPr>
          </a:lstStyle>
          <a:p xmlns:a="http://schemas.openxmlformats.org/drawingml/2006/main">
            <a:pPr>
              <a:defRPr sz="2250" b="0">
                <a:solidFill>
                  <a:srgbClr val="E4D6FF"/>
                </a:solidFill>
              </a:defRPr>
            </a:pPr>
            <a:r>
              <a:rPr sz="2250" b="0">
                <a:solidFill>
                  <a:srgbClr val="E4D6FF"/>
                </a:solidFill>
              </a:rPr>
              <a:t>The learner can do something useful before the unit ends.</a:t>
            </a:r>
          </a:p>
        </p:txBody>
      </p:sp>
    </p:spTree>
    <p:extLst>
      <p:ext uri="{BB962C8B-B14F-4D97-AF65-F5344CB8AC3E}">
        <p14:creationId xmlns:p14="http://schemas.microsoft.com/office/powerpoint/2010/main" val="1816420754"/>
      </p:ext>
    </p:extLst>
  </p:cSld>
</p:sld>
</file>

<file path=ppt/slides/slide6.xml><?xml version="1.0" encoding="utf-8"?>
<p:sld xmlns:p="http://schemas.openxmlformats.org/presentationml/2006/main">
  <p:cSld>
    <p:bg>
      <p:bgPr>
        <a:solidFill xmlns:a="http://schemas.openxmlformats.org/drawingml/2006/main">
          <a:srgbClr val="0B0D2E"/>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0CB462F-9501-4E72-ACCF-841EC30776C8}"/>
              </a:ext>
            </a:extLst>
          </p:cNvPr>
          <p:cNvPicPr>
            <a:picLocks xmlns:a="http://schemas.openxmlformats.org/drawingml/2006/main" noChangeAspect="1"/>
          </p:cNvPicPr>
          <p:nvPr/>
        </p:nvPicPr>
        <p:blipFill>
          <a:blip xmlns:r="http://schemas.openxmlformats.org/officeDocument/2006/relationships" xmlns:a="http://schemas.openxmlformats.org/drawingml/2006/main" r:embed="Rb66b9b1d4a7146f3"/>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D8429E-F761-495C-A407-6E862EBA05BB}"/>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3" name="">
            <a:extLst xmlns:a="http://schemas.openxmlformats.org/drawingml/2006/main">
              <a:ext uri="{FF2B5EF4-FFF2-40B4-BE49-F238E27FC236}">
                <a16:creationId xmlns:a16="http://schemas.microsoft.com/office/drawing/2014/main" id="{564AD983-943E-4685-AD9E-A860B5138BFF}"/>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06</a:t>
            </a:r>
          </a:p>
        </p:txBody>
      </p:sp>
      <p:pic>
        <p:nvPicPr>
          <p:cNvPr id="4" name="">
            <a:extLst xmlns:a="http://schemas.openxmlformats.org/drawingml/2006/main">
              <a:ext uri="{FF2B5EF4-FFF2-40B4-BE49-F238E27FC236}">
                <a16:creationId xmlns:a16="http://schemas.microsoft.com/office/drawing/2014/main" id="{E648CA89-703E-4CFF-A5BB-27E66838111F}"/>
              </a:ext>
            </a:extLst>
          </p:cNvPr>
          <p:cNvPicPr>
            <a:picLocks xmlns:a="http://schemas.openxmlformats.org/drawingml/2006/main" noChangeAspect="1"/>
          </p:cNvPicPr>
          <p:nvPr/>
        </p:nvPicPr>
        <p:blipFill>
          <a:blip xmlns:r="http://schemas.openxmlformats.org/officeDocument/2006/relationships" xmlns:a="http://schemas.openxmlformats.org/drawingml/2006/main" r:embed="Radf58681dff049a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6FF3081A-1E5C-4689-B6CC-C81B1A1EBBA4}"/>
              </a:ext>
            </a:extLst>
          </p:cNvPr>
          <p:cNvPicPr>
            <a:picLocks xmlns:a="http://schemas.openxmlformats.org/drawingml/2006/main" noChangeAspect="1"/>
          </p:cNvPicPr>
          <p:nvPr/>
        </p:nvPicPr>
        <p:blipFill>
          <a:blip xmlns:r="http://schemas.openxmlformats.org/officeDocument/2006/relationships" xmlns:a="http://schemas.openxmlformats.org/drawingml/2006/main" r:embed="R3c7bb0884e3b4843"/>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25ECDAB-E172-437F-9C24-D249999E1DEE}"/>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7" name="">
            <a:extLst xmlns:a="http://schemas.openxmlformats.org/drawingml/2006/main">
              <a:ext uri="{FF2B5EF4-FFF2-40B4-BE49-F238E27FC236}">
                <a16:creationId xmlns:a16="http://schemas.microsoft.com/office/drawing/2014/main" id="{BE5EFBEA-31B9-4872-8A80-3C9DA33497A3}"/>
              </a:ext>
            </a:extLst>
          </p:cNvPr>
          <p:cNvSpPr>
            <a:spLocks xmlns:a="http://schemas.openxmlformats.org/drawingml/2006/main" noGrp="1"/>
          </p:cNvSpPr>
          <p:nvPr/>
        </p:nvSpPr>
        <p:spPr>
          <a:xfrm xmlns:a="http://schemas.openxmlformats.org/drawingml/2006/main">
            <a:off x="609600" y="2095500"/>
            <a:ext cx="6762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850" b="1">
                <a:solidFill>
                  <a:srgbClr val="FFFFFF"/>
                </a:solidFill>
              </a:defRPr>
            </a:defPPr>
          </a:lstStyle>
          <a:p xmlns:a="http://schemas.openxmlformats.org/drawingml/2006/main">
            <a:pPr>
              <a:defRPr sz="5850" b="1">
                <a:solidFill>
                  <a:srgbClr val="FFFFFF"/>
                </a:solidFill>
              </a:defRPr>
            </a:pPr>
            <a:r>
              <a:rPr sz="5850" b="1">
                <a:solidFill>
                  <a:srgbClr val="FFFFFF"/>
                </a:solidFill>
              </a:rPr>
              <a:t>[Lesson title]</a:t>
            </a:r>
          </a:p>
        </p:txBody>
      </p:sp>
      <p:sp>
        <p:nvSpPr>
          <p:cNvPr id="8" name="">
            <a:extLst xmlns:a="http://schemas.openxmlformats.org/drawingml/2006/main">
              <a:ext uri="{FF2B5EF4-FFF2-40B4-BE49-F238E27FC236}">
                <a16:creationId xmlns:a16="http://schemas.microsoft.com/office/drawing/2014/main" id="{31879D62-8532-4E63-8BF1-2A093CD3A8B4}"/>
              </a:ext>
            </a:extLst>
          </p:cNvPr>
          <p:cNvSpPr>
            <a:spLocks xmlns:a="http://schemas.openxmlformats.org/drawingml/2006/main" noGrp="1"/>
          </p:cNvSpPr>
          <p:nvPr/>
        </p:nvSpPr>
        <p:spPr>
          <a:xfrm xmlns:a="http://schemas.openxmlformats.org/drawingml/2006/main">
            <a:off x="647700" y="4933950"/>
            <a:ext cx="595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E4D6FF"/>
                </a:solidFill>
              </a:defRPr>
            </a:defPPr>
          </a:lstStyle>
          <a:p xmlns:a="http://schemas.openxmlformats.org/drawingml/2006/main">
            <a:pPr>
              <a:defRPr sz="1950" b="0">
                <a:solidFill>
                  <a:srgbClr val="E4D6FF"/>
                </a:solidFill>
              </a:defRPr>
            </a:pPr>
            <a:r>
              <a:rPr sz="1950" b="0">
                <a:solidFill>
                  <a:srgbClr val="E4D6FF"/>
                </a:solidFill>
              </a:rPr>
              <a:t>[A concrete musical result]</a:t>
            </a:r>
          </a:p>
          <a:p xmlns:a="http://schemas.openxmlformats.org/drawingml/2006/main">
            <a:pPr>
              <a:defRPr sz="1950" b="0">
                <a:solidFill>
                  <a:srgbClr val="E4D6FF"/>
                </a:solidFill>
              </a:defRPr>
            </a:pPr>
            <a:r>
              <a:rPr sz="1950" b="0">
                <a:solidFill>
                  <a:srgbClr val="E4D6FF"/>
                </a:solidFill>
              </a:rPr>
              <a:t>[Instrument]  /  [Level]  /  [Duration]</a:t>
            </a:r>
          </a:p>
        </p:txBody>
      </p:sp>
    </p:spTree>
    <p:extLst>
      <p:ext uri="{BB962C8B-B14F-4D97-AF65-F5344CB8AC3E}">
        <p14:creationId xmlns:p14="http://schemas.microsoft.com/office/powerpoint/2010/main" val="632070830"/>
      </p:ext>
    </p:extLst>
  </p:cSld>
</p:sld>
</file>

<file path=ppt/slides/slide7.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3E71DAE-213D-4B1D-916F-A7044C262848}"/>
              </a:ext>
            </a:extLst>
          </p:cNvPr>
          <p:cNvPicPr>
            <a:picLocks xmlns:a="http://schemas.openxmlformats.org/drawingml/2006/main" noChangeAspect="1"/>
          </p:cNvPicPr>
          <p:nvPr/>
        </p:nvPicPr>
        <p:blipFill>
          <a:blip xmlns:r="http://schemas.openxmlformats.org/officeDocument/2006/relationships" xmlns:a="http://schemas.openxmlformats.org/drawingml/2006/main" r:embed="Refdf60f08e114945"/>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AE97C9-B902-46E8-8F94-6DA8BAA061AA}"/>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8FA4F19D-E1EF-421D-824A-28F01D22091F}"/>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07</a:t>
            </a:r>
          </a:p>
        </p:txBody>
      </p:sp>
      <p:sp>
        <p:nvSpPr>
          <p:cNvPr id="4" name="">
            <a:extLst xmlns:a="http://schemas.openxmlformats.org/drawingml/2006/main">
              <a:ext uri="{FF2B5EF4-FFF2-40B4-BE49-F238E27FC236}">
                <a16:creationId xmlns:a16="http://schemas.microsoft.com/office/drawing/2014/main" id="{8CC8D022-F77B-4DF0-9C31-36BE248B4C62}"/>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 phrase you can play today</a:t>
            </a:r>
          </a:p>
        </p:txBody>
      </p:sp>
      <p:sp>
        <p:nvSpPr>
          <p:cNvPr id="5" name="">
            <a:extLst xmlns:a="http://schemas.openxmlformats.org/drawingml/2006/main">
              <a:ext uri="{FF2B5EF4-FFF2-40B4-BE49-F238E27FC236}">
                <a16:creationId xmlns:a16="http://schemas.microsoft.com/office/drawing/2014/main" id="{73A34207-3828-4C5C-8438-04D7127D568A}"/>
              </a:ext>
            </a:extLst>
          </p:cNvPr>
          <p:cNvSpPr>
            <a:spLocks xmlns:a="http://schemas.openxmlformats.org/drawingml/2006/main" noGrp="1"/>
          </p:cNvSpPr>
          <p:nvPr/>
        </p:nvSpPr>
        <p:spPr>
          <a:xfrm xmlns:a="http://schemas.openxmlformats.org/drawingml/2006/main">
            <a:off x="609600" y="2476500"/>
            <a:ext cx="9810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1A1633"/>
                </a:solidFill>
              </a:defRPr>
            </a:defPPr>
          </a:lstStyle>
          <a:p xmlns:a="http://schemas.openxmlformats.org/drawingml/2006/main">
            <a:pPr>
              <a:defRPr sz="5700" b="1">
                <a:solidFill>
                  <a:srgbClr val="1A1633"/>
                </a:solidFill>
              </a:defRPr>
            </a:pPr>
            <a:r>
              <a:rPr sz="5700" b="1">
                <a:solidFill>
                  <a:srgbClr val="1A1633"/>
                </a:solidFill>
              </a:rPr>
              <a:t>[Short lesson title]</a:t>
            </a:r>
          </a:p>
        </p:txBody>
      </p:sp>
      <p:sp>
        <p:nvSpPr>
          <p:cNvPr id="6" name="">
            <a:extLst xmlns:a="http://schemas.openxmlformats.org/drawingml/2006/main">
              <a:ext uri="{FF2B5EF4-FFF2-40B4-BE49-F238E27FC236}">
                <a16:creationId xmlns:a16="http://schemas.microsoft.com/office/drawing/2014/main" id="{CB059F24-7492-46F9-BC3B-16F72BCDF751}"/>
              </a:ext>
            </a:extLst>
          </p:cNvPr>
          <p:cNvSpPr>
            <a:spLocks xmlns:a="http://schemas.openxmlformats.org/drawingml/2006/main" noGrp="1"/>
          </p:cNvSpPr>
          <p:nvPr/>
        </p:nvSpPr>
        <p:spPr>
          <a:xfrm xmlns:a="http://schemas.openxmlformats.org/drawingml/2006/main">
            <a:off x="647700" y="423862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6D28E0"/>
                </a:solidFill>
              </a:defRPr>
            </a:defPPr>
          </a:lstStyle>
          <a:p xmlns:a="http://schemas.openxmlformats.org/drawingml/2006/main">
            <a:pPr>
              <a:defRPr sz="2400" b="0">
                <a:solidFill>
                  <a:srgbClr val="6D28E0"/>
                </a:solidFill>
              </a:defRPr>
            </a:pPr>
            <a:r>
              <a:rPr sz="2400" b="0">
                <a:solidFill>
                  <a:srgbClr val="6D28E0"/>
                </a:solidFill>
              </a:rPr>
              <a:t>[One line that explains the playable result]</a:t>
            </a:r>
          </a:p>
        </p:txBody>
      </p:sp>
      <p:sp>
        <p:nvSpPr>
          <p:cNvPr id="7" name="">
            <a:extLst xmlns:a="http://schemas.openxmlformats.org/drawingml/2006/main">
              <a:ext uri="{FF2B5EF4-FFF2-40B4-BE49-F238E27FC236}">
                <a16:creationId xmlns:a16="http://schemas.microsoft.com/office/drawing/2014/main" id="{79F97B7E-5665-4ED2-ACE9-A7A95B5E59AF}"/>
              </a:ext>
            </a:extLst>
          </p:cNvPr>
          <p:cNvSpPr>
            <a:spLocks xmlns:a="http://schemas.openxmlformats.org/drawingml/2006/main" noGrp="1"/>
          </p:cNvSpPr>
          <p:nvPr/>
        </p:nvSpPr>
        <p:spPr>
          <a:xfrm xmlns:a="http://schemas.openxmlformats.org/drawingml/2006/main">
            <a:off x="647700" y="5429250"/>
            <a:ext cx="10858500" cy="19050"/>
          </a:xfrm>
          <a:prstGeom xmlns:a="http://schemas.openxmlformats.org/drawingml/2006/main" prst="rect">
            <a:avLst/>
          </a:prstGeom>
          <a:solidFill xmlns:a="http://schemas.openxmlformats.org/drawingml/2006/main">
            <a:srgbClr val="6D28E0"/>
          </a:solidFill>
          <a:ln xmlns:a="http://schemas.openxmlformats.org/drawingml/2006/main" w="0">
            <a:noFill/>
          </a:ln>
        </p:spPr>
      </p:sp>
    </p:spTree>
    <p:extLst>
      <p:ext uri="{BB962C8B-B14F-4D97-AF65-F5344CB8AC3E}">
        <p14:creationId xmlns:p14="http://schemas.microsoft.com/office/powerpoint/2010/main" val="1880066674"/>
      </p:ext>
    </p:extLst>
  </p:cSld>
</p:sld>
</file>

<file path=ppt/slides/slide8.xml><?xml version="1.0" encoding="utf-8"?>
<p:sld xmlns:p="http://schemas.openxmlformats.org/presentationml/2006/main">
  <p:cSld>
    <p:bg>
      <p:bgPr>
        <a:solidFill xmlns:a="http://schemas.openxmlformats.org/drawingml/2006/main">
          <a:srgbClr val="6D28E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8BC704-0BBC-458C-8DE1-73FB073652A7}"/>
              </a:ext>
            </a:extLst>
          </p:cNvPr>
          <p:cNvSpPr>
            <a:spLocks xmlns:a="http://schemas.openxmlformats.org/drawingml/2006/main" noGrp="1"/>
          </p:cNvSpPr>
          <p:nvPr/>
        </p:nvSpPr>
        <p:spPr>
          <a:xfrm xmlns:a="http://schemas.openxmlformats.org/drawingml/2006/main">
            <a:off x="6096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2" name="">
            <a:extLst xmlns:a="http://schemas.openxmlformats.org/drawingml/2006/main">
              <a:ext uri="{FF2B5EF4-FFF2-40B4-BE49-F238E27FC236}">
                <a16:creationId xmlns:a16="http://schemas.microsoft.com/office/drawing/2014/main" id="{D21B96AC-2F91-436D-A331-1EAAAD44D65D}"/>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08</a:t>
            </a:r>
          </a:p>
        </p:txBody>
      </p:sp>
      <p:sp>
        <p:nvSpPr>
          <p:cNvPr id="3" name="">
            <a:extLst xmlns:a="http://schemas.openxmlformats.org/drawingml/2006/main">
              <a:ext uri="{FF2B5EF4-FFF2-40B4-BE49-F238E27FC236}">
                <a16:creationId xmlns:a16="http://schemas.microsoft.com/office/drawing/2014/main" id="{E3ED5079-CF58-4809-BEC9-FD314B5F8DF6}"/>
              </a:ext>
            </a:extLst>
          </p:cNvPr>
          <p:cNvSpPr>
            <a:spLocks xmlns:a="http://schemas.openxmlformats.org/drawingml/2006/main" noGrp="1"/>
          </p:cNvSpPr>
          <p:nvPr/>
        </p:nvSpPr>
        <p:spPr>
          <a:xfrm xmlns:a="http://schemas.openxmlformats.org/drawingml/2006/main">
            <a:off x="609600" y="1581150"/>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900" b="1">
                <a:solidFill>
                  <a:srgbClr val="E4D6FF"/>
                </a:solidFill>
              </a:defRPr>
            </a:defPPr>
          </a:lstStyle>
          <a:p xmlns:a="http://schemas.openxmlformats.org/drawingml/2006/main">
            <a:pPr>
              <a:defRPr sz="9900" b="1">
                <a:solidFill>
                  <a:srgbClr val="E4D6FF"/>
                </a:solidFill>
              </a:defRPr>
            </a:pPr>
            <a:r>
              <a:rPr sz="9900" b="1">
                <a:solidFill>
                  <a:srgbClr val="E4D6FF"/>
                </a:solidFill>
              </a:rPr>
              <a:t>01</a:t>
            </a:r>
          </a:p>
        </p:txBody>
      </p:sp>
      <p:sp>
        <p:nvSpPr>
          <p:cNvPr id="4" name="">
            <a:extLst xmlns:a="http://schemas.openxmlformats.org/drawingml/2006/main">
              <a:ext uri="{FF2B5EF4-FFF2-40B4-BE49-F238E27FC236}">
                <a16:creationId xmlns:a16="http://schemas.microsoft.com/office/drawing/2014/main" id="{1EDA6BFB-CA41-4FCA-8E95-82D73EB1117D}"/>
              </a:ext>
            </a:extLst>
          </p:cNvPr>
          <p:cNvSpPr>
            <a:spLocks xmlns:a="http://schemas.openxmlformats.org/drawingml/2006/main" noGrp="1"/>
          </p:cNvSpPr>
          <p:nvPr/>
        </p:nvSpPr>
        <p:spPr>
          <a:xfrm xmlns:a="http://schemas.openxmlformats.org/drawingml/2006/main">
            <a:off x="609600" y="3524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FFFFFF"/>
                </a:solidFill>
              </a:defRPr>
            </a:defPPr>
          </a:lstStyle>
          <a:p xmlns:a="http://schemas.openxmlformats.org/drawingml/2006/main">
            <a:pPr>
              <a:defRPr sz="5100" b="1">
                <a:solidFill>
                  <a:srgbClr val="FFFFFF"/>
                </a:solidFill>
              </a:defRPr>
            </a:pPr>
            <a:r>
              <a:rPr sz="5100" b="1">
                <a:solidFill>
                  <a:srgbClr val="FFFFFF"/>
                </a:solidFill>
              </a:rPr>
              <a:t>[Section title]</a:t>
            </a:r>
          </a:p>
        </p:txBody>
      </p:sp>
      <p:sp>
        <p:nvSpPr>
          <p:cNvPr id="5" name="">
            <a:extLst xmlns:a="http://schemas.openxmlformats.org/drawingml/2006/main">
              <a:ext uri="{FF2B5EF4-FFF2-40B4-BE49-F238E27FC236}">
                <a16:creationId xmlns:a16="http://schemas.microsoft.com/office/drawing/2014/main" id="{7DE8CADF-EEDC-4C72-AF96-CDBA5DAB939E}"/>
              </a:ext>
            </a:extLst>
          </p:cNvPr>
          <p:cNvSpPr>
            <a:spLocks xmlns:a="http://schemas.openxmlformats.org/drawingml/2006/main" noGrp="1"/>
          </p:cNvSpPr>
          <p:nvPr/>
        </p:nvSpPr>
        <p:spPr>
          <a:xfrm xmlns:a="http://schemas.openxmlformats.org/drawingml/2006/main">
            <a:off x="647700" y="4857750"/>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FFFFF"/>
                </a:solidFill>
              </a:defRPr>
            </a:defPPr>
          </a:lstStyle>
          <a:p xmlns:a="http://schemas.openxmlformats.org/drawingml/2006/main">
            <a:pPr>
              <a:defRPr sz="2175" b="0">
                <a:solidFill>
                  <a:srgbClr val="FFFFFF"/>
                </a:solidFill>
              </a:defRPr>
            </a:pPr>
            <a:r>
              <a:rPr sz="2175" b="0">
                <a:solidFill>
                  <a:srgbClr val="FFFFFF"/>
                </a:solidFill>
              </a:rPr>
              <a:t>[One sentence that connects this section to the music]</a:t>
            </a:r>
          </a:p>
        </p:txBody>
      </p:sp>
    </p:spTree>
    <p:extLst>
      <p:ext uri="{BB962C8B-B14F-4D97-AF65-F5344CB8AC3E}">
        <p14:creationId xmlns:p14="http://schemas.microsoft.com/office/powerpoint/2010/main" val="1930729548"/>
      </p:ext>
    </p:extLst>
  </p:cSld>
</p:sld>
</file>

<file path=ppt/slides/slide9.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A9C0437-CB4B-4F7E-84E8-B5A865AD8000}"/>
              </a:ext>
            </a:extLst>
          </p:cNvPr>
          <p:cNvPicPr>
            <a:picLocks xmlns:a="http://schemas.openxmlformats.org/drawingml/2006/main" noChangeAspect="1"/>
          </p:cNvPicPr>
          <p:nvPr/>
        </p:nvPicPr>
        <p:blipFill>
          <a:blip xmlns:r="http://schemas.openxmlformats.org/officeDocument/2006/relationships" xmlns:a="http://schemas.openxmlformats.org/drawingml/2006/main" r:embed="Rdf972ef20284436c"/>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C423BD-D82D-45AF-AB03-D4C6E7F32411}"/>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337F8589-088C-4BFD-B91B-D2DCF817E551}"/>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09</a:t>
            </a:r>
          </a:p>
        </p:txBody>
      </p:sp>
      <p:sp>
        <p:nvSpPr>
          <p:cNvPr id="4" name="">
            <a:extLst xmlns:a="http://schemas.openxmlformats.org/drawingml/2006/main">
              <a:ext uri="{FF2B5EF4-FFF2-40B4-BE49-F238E27FC236}">
                <a16:creationId xmlns:a16="http://schemas.microsoft.com/office/drawing/2014/main" id="{CCA913E0-B951-41B2-8F8C-76552C49012B}"/>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By the end of this lesson</a:t>
            </a:r>
          </a:p>
        </p:txBody>
      </p:sp>
      <p:sp>
        <p:nvSpPr>
          <p:cNvPr id="5" name="">
            <a:extLst xmlns:a="http://schemas.openxmlformats.org/drawingml/2006/main">
              <a:ext uri="{FF2B5EF4-FFF2-40B4-BE49-F238E27FC236}">
                <a16:creationId xmlns:a16="http://schemas.microsoft.com/office/drawing/2014/main" id="{B71E726B-92C5-4C55-9B6D-9604918C9BFF}"/>
              </a:ext>
            </a:extLst>
          </p:cNvPr>
          <p:cNvSpPr>
            <a:spLocks xmlns:a="http://schemas.openxmlformats.org/drawingml/2006/main" noGrp="1"/>
          </p:cNvSpPr>
          <p:nvPr/>
        </p:nvSpPr>
        <p:spPr>
          <a:xfrm xmlns:a="http://schemas.openxmlformats.org/drawingml/2006/main">
            <a:off x="609600" y="2428875"/>
            <a:ext cx="1028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650" b="1">
                <a:solidFill>
                  <a:srgbClr val="6D28E0"/>
                </a:solidFill>
              </a:defRPr>
            </a:defPPr>
          </a:lstStyle>
          <a:p xmlns:a="http://schemas.openxmlformats.org/drawingml/2006/main">
            <a:pPr>
              <a:defRPr sz="4650" b="1">
                <a:solidFill>
                  <a:srgbClr val="6D28E0"/>
                </a:solidFill>
              </a:defRPr>
            </a:pPr>
            <a:r>
              <a:rPr sz="4650" b="1">
                <a:solidFill>
                  <a:srgbClr val="6D28E0"/>
                </a:solidFill>
              </a:rPr>
              <a:t>[One observable musical action]</a:t>
            </a:r>
          </a:p>
        </p:txBody>
      </p:sp>
      <p:sp>
        <p:nvSpPr>
          <p:cNvPr id="6" name="">
            <a:extLst xmlns:a="http://schemas.openxmlformats.org/drawingml/2006/main">
              <a:ext uri="{FF2B5EF4-FFF2-40B4-BE49-F238E27FC236}">
                <a16:creationId xmlns:a16="http://schemas.microsoft.com/office/drawing/2014/main" id="{DC10700B-9316-4DAE-ACA3-54F4C92B2CF3}"/>
              </a:ext>
            </a:extLst>
          </p:cNvPr>
          <p:cNvSpPr>
            <a:spLocks xmlns:a="http://schemas.openxmlformats.org/drawingml/2006/main" noGrp="1"/>
          </p:cNvSpPr>
          <p:nvPr/>
        </p:nvSpPr>
        <p:spPr>
          <a:xfrm xmlns:a="http://schemas.openxmlformats.org/drawingml/2006/main">
            <a:off x="647700" y="44291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A1633"/>
                </a:solidFill>
              </a:defRPr>
            </a:defPPr>
          </a:lstStyle>
          <a:p xmlns:a="http://schemas.openxmlformats.org/drawingml/2006/main">
            <a:pPr>
              <a:defRPr sz="2325" b="0">
                <a:solidFill>
                  <a:srgbClr val="1A1633"/>
                </a:solidFill>
              </a:defRPr>
            </a:pPr>
            <a:r>
              <a:rPr sz="2325" b="0">
                <a:solidFill>
                  <a:srgbClr val="1A1633"/>
                </a:solidFill>
              </a:rPr>
              <a:t>You will use it in [a phrase, groove or song fragment].</a:t>
            </a:r>
          </a:p>
        </p:txBody>
      </p:sp>
      <p:sp>
        <p:nvSpPr>
          <p:cNvPr id="7" name="">
            <a:extLst xmlns:a="http://schemas.openxmlformats.org/drawingml/2006/main">
              <a:ext uri="{FF2B5EF4-FFF2-40B4-BE49-F238E27FC236}">
                <a16:creationId xmlns:a16="http://schemas.microsoft.com/office/drawing/2014/main" id="{0DB13A64-C9D2-41E6-9182-69E724C02631}"/>
              </a:ext>
            </a:extLst>
          </p:cNvPr>
          <p:cNvSpPr>
            <a:spLocks xmlns:a="http://schemas.openxmlformats.org/drawingml/2006/main" noGrp="1"/>
          </p:cNvSpPr>
          <p:nvPr/>
        </p:nvSpPr>
        <p:spPr>
          <a:xfrm xmlns:a="http://schemas.openxmlformats.org/drawingml/2006/main">
            <a:off x="647700" y="54673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B5470"/>
                </a:solidFill>
              </a:defRPr>
            </a:defPPr>
          </a:lstStyle>
          <a:p xmlns:a="http://schemas.openxmlformats.org/drawingml/2006/main">
            <a:pPr>
              <a:defRPr sz="2025" b="0">
                <a:solidFill>
                  <a:srgbClr val="5B5470"/>
                </a:solidFill>
              </a:defRPr>
            </a:pPr>
            <a:r>
              <a:rPr sz="2025" b="0">
                <a:solidFill>
                  <a:srgbClr val="5B5470"/>
                </a:solidFill>
              </a:rPr>
              <a:t>Success check: [what the learner can hear, play or identify].</a:t>
            </a:r>
          </a:p>
        </p:txBody>
      </p:sp>
    </p:spTree>
    <p:extLst>
      <p:ext uri="{BB962C8B-B14F-4D97-AF65-F5344CB8AC3E}">
        <p14:creationId xmlns:p14="http://schemas.microsoft.com/office/powerpoint/2010/main" val="1525718195"/>
      </p:ext>
    </p:extLst>
  </p:cSld>
</p:sld>
</file>

<file path=ppt/slides/slide10.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91AEEE0-EE7D-4460-84A4-D96910005BAE}"/>
              </a:ext>
            </a:extLst>
          </p:cNvPr>
          <p:cNvPicPr>
            <a:picLocks xmlns:a="http://schemas.openxmlformats.org/drawingml/2006/main" noChangeAspect="1"/>
          </p:cNvPicPr>
          <p:nvPr/>
        </p:nvPicPr>
        <p:blipFill>
          <a:blip xmlns:r="http://schemas.openxmlformats.org/officeDocument/2006/relationships" xmlns:a="http://schemas.openxmlformats.org/drawingml/2006/main" r:embed="Rf24f138e9c2e4e6c"/>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E3049B-89A5-4187-BD38-DE23F5FEB1A8}"/>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06BED23A-BE47-4A01-8788-4062A6B046DB}"/>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10</a:t>
            </a:r>
          </a:p>
        </p:txBody>
      </p:sp>
      <p:sp>
        <p:nvSpPr>
          <p:cNvPr id="4" name="">
            <a:extLst xmlns:a="http://schemas.openxmlformats.org/drawingml/2006/main">
              <a:ext uri="{FF2B5EF4-FFF2-40B4-BE49-F238E27FC236}">
                <a16:creationId xmlns:a16="http://schemas.microsoft.com/office/drawing/2014/main" id="{8B43C8A8-0B0B-45C6-9DAE-7ECD2FD95D34}"/>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Before you begin</a:t>
            </a:r>
          </a:p>
        </p:txBody>
      </p:sp>
      <p:sp>
        <p:nvSpPr>
          <p:cNvPr id="5" name="">
            <a:extLst xmlns:a="http://schemas.openxmlformats.org/drawingml/2006/main">
              <a:ext uri="{FF2B5EF4-FFF2-40B4-BE49-F238E27FC236}">
                <a16:creationId xmlns:a16="http://schemas.microsoft.com/office/drawing/2014/main" id="{A4C34FEE-F429-4BE6-A99F-952DC4E48F23}"/>
              </a:ext>
            </a:extLst>
          </p:cNvPr>
          <p:cNvSpPr>
            <a:spLocks xmlns:a="http://schemas.openxmlformats.org/drawingml/2006/main" noGrp="1"/>
          </p:cNvSpPr>
          <p:nvPr/>
        </p:nvSpPr>
        <p:spPr>
          <a:xfrm xmlns:a="http://schemas.openxmlformats.org/drawingml/2006/main">
            <a:off x="609600" y="25717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You need</a:t>
            </a:r>
          </a:p>
        </p:txBody>
      </p:sp>
      <p:sp>
        <p:nvSpPr>
          <p:cNvPr id="6" name="">
            <a:extLst xmlns:a="http://schemas.openxmlformats.org/drawingml/2006/main">
              <a:ext uri="{FF2B5EF4-FFF2-40B4-BE49-F238E27FC236}">
                <a16:creationId xmlns:a16="http://schemas.microsoft.com/office/drawing/2014/main" id="{06C85E4E-5BB6-4AEB-8155-EE6DEBAC9C7A}"/>
              </a:ext>
            </a:extLst>
          </p:cNvPr>
          <p:cNvSpPr>
            <a:spLocks xmlns:a="http://schemas.openxmlformats.org/drawingml/2006/main" noGrp="1"/>
          </p:cNvSpPr>
          <p:nvPr/>
        </p:nvSpPr>
        <p:spPr>
          <a:xfrm xmlns:a="http://schemas.openxmlformats.org/drawingml/2006/main">
            <a:off x="609600" y="3390900"/>
            <a:ext cx="48768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[Instrument or instrument-free option]</a:t>
            </a:r>
          </a:p>
          <a:p xmlns:a="http://schemas.openxmlformats.org/drawingml/2006/main">
            <a:pPr>
              <a:defRPr sz="2025" b="0">
                <a:solidFill>
                  <a:srgbClr val="1A1633"/>
                </a:solidFill>
              </a:defRPr>
            </a:pPr>
            <a:r>
              <a:rPr sz="2025" b="0">
                <a:solidFill>
                  <a:srgbClr val="1A1633"/>
                </a:solidFill>
              </a:rPr>
              <a:t>[Prior skill stated plainly]</a:t>
            </a:r>
          </a:p>
        </p:txBody>
      </p:sp>
      <p:sp>
        <p:nvSpPr>
          <p:cNvPr id="7" name="">
            <a:extLst xmlns:a="http://schemas.openxmlformats.org/drawingml/2006/main">
              <a:ext uri="{FF2B5EF4-FFF2-40B4-BE49-F238E27FC236}">
                <a16:creationId xmlns:a16="http://schemas.microsoft.com/office/drawing/2014/main" id="{E7A3D6D9-686E-47AA-BC16-B8D7B5F67176}"/>
              </a:ext>
            </a:extLst>
          </p:cNvPr>
          <p:cNvSpPr>
            <a:spLocks xmlns:a="http://schemas.openxmlformats.org/drawingml/2006/main" noGrp="1"/>
          </p:cNvSpPr>
          <p:nvPr/>
        </p:nvSpPr>
        <p:spPr>
          <a:xfrm xmlns:a="http://schemas.openxmlformats.org/drawingml/2006/main">
            <a:off x="5848350" y="25717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Quick check</a:t>
            </a:r>
          </a:p>
        </p:txBody>
      </p:sp>
      <p:sp>
        <p:nvSpPr>
          <p:cNvPr id="8" name="">
            <a:extLst xmlns:a="http://schemas.openxmlformats.org/drawingml/2006/main">
              <a:ext uri="{FF2B5EF4-FFF2-40B4-BE49-F238E27FC236}">
                <a16:creationId xmlns:a16="http://schemas.microsoft.com/office/drawing/2014/main" id="{B8E85D6C-23DB-45F7-AD3F-1564CE87B3A4}"/>
              </a:ext>
            </a:extLst>
          </p:cNvPr>
          <p:cNvSpPr>
            <a:spLocks xmlns:a="http://schemas.openxmlformats.org/drawingml/2006/main" noGrp="1"/>
          </p:cNvSpPr>
          <p:nvPr/>
        </p:nvSpPr>
        <p:spPr>
          <a:xfrm xmlns:a="http://schemas.openxmlformats.org/drawingml/2006/main">
            <a:off x="5848350" y="3390900"/>
            <a:ext cx="48768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[A short task that reveals whether the prerequisite is available]</a:t>
            </a:r>
          </a:p>
        </p:txBody>
      </p:sp>
      <p:sp>
        <p:nvSpPr>
          <p:cNvPr id="9" name="">
            <a:extLst xmlns:a="http://schemas.openxmlformats.org/drawingml/2006/main">
              <a:ext uri="{FF2B5EF4-FFF2-40B4-BE49-F238E27FC236}">
                <a16:creationId xmlns:a16="http://schemas.microsoft.com/office/drawing/2014/main" id="{80606189-F460-454E-AC71-EF159137579E}"/>
              </a:ext>
            </a:extLst>
          </p:cNvPr>
          <p:cNvSpPr>
            <a:spLocks xmlns:a="http://schemas.openxmlformats.org/drawingml/2006/main" noGrp="1"/>
          </p:cNvSpPr>
          <p:nvPr/>
        </p:nvSpPr>
        <p:spPr>
          <a:xfrm xmlns:a="http://schemas.openxmlformats.org/drawingml/2006/main">
            <a:off x="609600" y="54483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6D28E0"/>
                </a:solidFill>
              </a:defRPr>
            </a:defPPr>
          </a:lstStyle>
          <a:p xmlns:a="http://schemas.openxmlformats.org/drawingml/2006/main">
            <a:pPr>
              <a:defRPr sz="1950" b="0">
                <a:solidFill>
                  <a:srgbClr val="6D28E0"/>
                </a:solidFill>
              </a:defRPr>
            </a:pPr>
            <a:r>
              <a:rPr sz="1950" b="0">
                <a:solidFill>
                  <a:srgbClr val="6D28E0"/>
                </a:solidFill>
              </a:rPr>
              <a:t>If you need a bridge: [exact accessible reference and useful section].</a:t>
            </a:r>
          </a:p>
        </p:txBody>
      </p:sp>
    </p:spTree>
    <p:extLst>
      <p:ext uri="{BB962C8B-B14F-4D97-AF65-F5344CB8AC3E}">
        <p14:creationId xmlns:p14="http://schemas.microsoft.com/office/powerpoint/2010/main" val="247296078"/>
      </p:ext>
    </p:extLst>
  </p:cSld>
</p:sld>
</file>

<file path=ppt/slides/slide11.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4D05895-65A6-4F30-9528-D9AD53B7487D}"/>
              </a:ext>
            </a:extLst>
          </p:cNvPr>
          <p:cNvPicPr>
            <a:picLocks xmlns:a="http://schemas.openxmlformats.org/drawingml/2006/main" noChangeAspect="1"/>
          </p:cNvPicPr>
          <p:nvPr/>
        </p:nvPicPr>
        <p:blipFill>
          <a:blip xmlns:r="http://schemas.openxmlformats.org/officeDocument/2006/relationships" xmlns:a="http://schemas.openxmlformats.org/drawingml/2006/main" r:embed="R8680e21f941548b8"/>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768C23-A24A-4807-B2B3-73408B2C32BB}"/>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FA2B3AF6-8252-4E8C-81FC-CEF1DCE8009E}"/>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11</a:t>
            </a:r>
          </a:p>
        </p:txBody>
      </p:sp>
      <p:sp>
        <p:nvSpPr>
          <p:cNvPr id="4" name="">
            <a:extLst xmlns:a="http://schemas.openxmlformats.org/drawingml/2006/main">
              <a:ext uri="{FF2B5EF4-FFF2-40B4-BE49-F238E27FC236}">
                <a16:creationId xmlns:a16="http://schemas.microsoft.com/office/drawing/2014/main" id="{61DDA255-FD1E-4879-AFA3-E8E51F988F66}"/>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[One idea in plain language]</a:t>
            </a:r>
          </a:p>
        </p:txBody>
      </p:sp>
      <p:sp>
        <p:nvSpPr>
          <p:cNvPr id="5" name="">
            <a:extLst xmlns:a="http://schemas.openxmlformats.org/drawingml/2006/main">
              <a:ext uri="{FF2B5EF4-FFF2-40B4-BE49-F238E27FC236}">
                <a16:creationId xmlns:a16="http://schemas.microsoft.com/office/drawing/2014/main" id="{FC0209A6-8225-40EA-9A95-A5CB6690C76E}"/>
              </a:ext>
            </a:extLst>
          </p:cNvPr>
          <p:cNvSpPr>
            <a:spLocks xmlns:a="http://schemas.openxmlformats.org/drawingml/2006/main" noGrp="1"/>
          </p:cNvSpPr>
          <p:nvPr/>
        </p:nvSpPr>
        <p:spPr>
          <a:xfrm xmlns:a="http://schemas.openxmlformats.org/drawingml/2006/main">
            <a:off x="609600" y="2428875"/>
            <a:ext cx="8286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0">
                <a:solidFill>
                  <a:srgbClr val="1A1633"/>
                </a:solidFill>
              </a:defRPr>
            </a:defPPr>
          </a:lstStyle>
          <a:p xmlns:a="http://schemas.openxmlformats.org/drawingml/2006/main">
            <a:pPr>
              <a:defRPr sz="2775" b="0">
                <a:solidFill>
                  <a:srgbClr val="1A1633"/>
                </a:solidFill>
              </a:defRPr>
            </a:pPr>
            <a:r>
              <a:rPr sz="2775" b="0">
                <a:solidFill>
                  <a:srgbClr val="1A1633"/>
                </a:solidFill>
              </a:rPr>
              <a:t>[A concise explanation of the idea, tied to something the learner can hear or play.]</a:t>
            </a:r>
          </a:p>
        </p:txBody>
      </p:sp>
      <p:sp>
        <p:nvSpPr>
          <p:cNvPr id="6" name="">
            <a:extLst xmlns:a="http://schemas.openxmlformats.org/drawingml/2006/main">
              <a:ext uri="{FF2B5EF4-FFF2-40B4-BE49-F238E27FC236}">
                <a16:creationId xmlns:a16="http://schemas.microsoft.com/office/drawing/2014/main" id="{A51F977C-95C8-4A0E-9902-CBB2B28C18E4}"/>
              </a:ext>
            </a:extLst>
          </p:cNvPr>
          <p:cNvSpPr>
            <a:spLocks xmlns:a="http://schemas.openxmlformats.org/drawingml/2006/main" noGrp="1"/>
          </p:cNvSpPr>
          <p:nvPr/>
        </p:nvSpPr>
        <p:spPr>
          <a:xfrm xmlns:a="http://schemas.openxmlformats.org/drawingml/2006/main">
            <a:off x="609600" y="44481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6D28E0"/>
                </a:solidFill>
              </a:defRPr>
            </a:defPPr>
          </a:lstStyle>
          <a:p xmlns:a="http://schemas.openxmlformats.org/drawingml/2006/main">
            <a:pPr>
              <a:defRPr sz="3225" b="1">
                <a:solidFill>
                  <a:srgbClr val="6D28E0"/>
                </a:solidFill>
              </a:defRPr>
            </a:pPr>
            <a:r>
              <a:rPr sz="3225" b="1">
                <a:solidFill>
                  <a:srgbClr val="6D28E0"/>
                </a:solidFill>
              </a:rPr>
              <a:t>[A concrete example]</a:t>
            </a:r>
          </a:p>
        </p:txBody>
      </p:sp>
      <p:sp>
        <p:nvSpPr>
          <p:cNvPr id="7" name="">
            <a:extLst xmlns:a="http://schemas.openxmlformats.org/drawingml/2006/main">
              <a:ext uri="{FF2B5EF4-FFF2-40B4-BE49-F238E27FC236}">
                <a16:creationId xmlns:a16="http://schemas.microsoft.com/office/drawing/2014/main" id="{927520E6-B312-4C39-8F28-503530145B55}"/>
              </a:ext>
            </a:extLst>
          </p:cNvPr>
          <p:cNvSpPr>
            <a:spLocks xmlns:a="http://schemas.openxmlformats.org/drawingml/2006/main" noGrp="1"/>
          </p:cNvSpPr>
          <p:nvPr/>
        </p:nvSpPr>
        <p:spPr>
          <a:xfrm xmlns:a="http://schemas.openxmlformats.org/drawingml/2006/main">
            <a:off x="609600" y="5762625"/>
            <a:ext cx="10953750" cy="19050"/>
          </a:xfrm>
          <a:prstGeom xmlns:a="http://schemas.openxmlformats.org/drawingml/2006/main" prst="rect">
            <a:avLst/>
          </a:prstGeom>
          <a:solidFill xmlns:a="http://schemas.openxmlformats.org/drawingml/2006/main">
            <a:srgbClr val="E4DEF3"/>
          </a:solidFill>
          <a:ln xmlns:a="http://schemas.openxmlformats.org/drawingml/2006/main" w="0">
            <a:noFill/>
          </a:ln>
        </p:spPr>
      </p:sp>
    </p:spTree>
    <p:extLst>
      <p:ext uri="{BB962C8B-B14F-4D97-AF65-F5344CB8AC3E}">
        <p14:creationId xmlns:p14="http://schemas.microsoft.com/office/powerpoint/2010/main" val="500019602"/>
      </p:ext>
    </p:extLst>
  </p:cSld>
</p:sld>
</file>

<file path=ppt/slides/slide12.xml><?xml version="1.0" encoding="utf-8"?>
<p:sld xmlns:p="http://schemas.openxmlformats.org/presentationml/2006/main">
  <p:cSld>
    <p:bg>
      <p:bgPr>
        <a:solidFill xmlns:a="http://schemas.openxmlformats.org/drawingml/2006/main">
          <a:srgbClr val="0B0D2E"/>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862EE96-C3FB-4088-A226-D0120D3D96FF}"/>
              </a:ext>
            </a:extLst>
          </p:cNvPr>
          <p:cNvPicPr>
            <a:picLocks xmlns:a="http://schemas.openxmlformats.org/drawingml/2006/main" noChangeAspect="1"/>
          </p:cNvPicPr>
          <p:nvPr/>
        </p:nvPicPr>
        <p:blipFill>
          <a:blip xmlns:r="http://schemas.openxmlformats.org/officeDocument/2006/relationships" xmlns:a="http://schemas.openxmlformats.org/drawingml/2006/main" r:embed="Ra461e28ec5c64109"/>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651A42A-2F10-413F-B6E1-63841DEA67F7}"/>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3" name="">
            <a:extLst xmlns:a="http://schemas.openxmlformats.org/drawingml/2006/main">
              <a:ext uri="{FF2B5EF4-FFF2-40B4-BE49-F238E27FC236}">
                <a16:creationId xmlns:a16="http://schemas.microsoft.com/office/drawing/2014/main" id="{06A01493-D574-4CB1-BD22-D422117A2393}"/>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12</a:t>
            </a:r>
          </a:p>
        </p:txBody>
      </p:sp>
      <p:sp>
        <p:nvSpPr>
          <p:cNvPr id="4" name="">
            <a:extLst xmlns:a="http://schemas.openxmlformats.org/drawingml/2006/main">
              <a:ext uri="{FF2B5EF4-FFF2-40B4-BE49-F238E27FC236}">
                <a16:creationId xmlns:a16="http://schemas.microsoft.com/office/drawing/2014/main" id="{B531326B-6AC0-4FAB-8682-EA2E52C044F0}"/>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[A key musical distinction]</a:t>
            </a:r>
          </a:p>
        </p:txBody>
      </p:sp>
      <p:sp>
        <p:nvSpPr>
          <p:cNvPr id="5" name="">
            <a:extLst xmlns:a="http://schemas.openxmlformats.org/drawingml/2006/main">
              <a:ext uri="{FF2B5EF4-FFF2-40B4-BE49-F238E27FC236}">
                <a16:creationId xmlns:a16="http://schemas.microsoft.com/office/drawing/2014/main" id="{061E7A9F-9947-49BC-975A-465063A484D7}"/>
              </a:ext>
            </a:extLst>
          </p:cNvPr>
          <p:cNvSpPr>
            <a:spLocks xmlns:a="http://schemas.openxmlformats.org/drawingml/2006/main" noGrp="1"/>
          </p:cNvSpPr>
          <p:nvPr/>
        </p:nvSpPr>
        <p:spPr>
          <a:xfrm xmlns:a="http://schemas.openxmlformats.org/drawingml/2006/main">
            <a:off x="609600" y="2428875"/>
            <a:ext cx="10858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FFFFFF"/>
                </a:solidFill>
              </a:defRPr>
            </a:defPPr>
          </a:lstStyle>
          <a:p xmlns:a="http://schemas.openxmlformats.org/drawingml/2006/main">
            <a:pPr>
              <a:defRPr sz="4800" b="1">
                <a:solidFill>
                  <a:srgbClr val="FFFFFF"/>
                </a:solidFill>
              </a:defRPr>
            </a:pPr>
            <a:r>
              <a:rPr sz="4800" b="1">
                <a:solidFill>
                  <a:srgbClr val="FFFFFF"/>
                </a:solidFill>
              </a:rPr>
              <a:t>[One essential idea.</a:t>
            </a:r>
          </a:p>
          <a:p xmlns:a="http://schemas.openxmlformats.org/drawingml/2006/main">
            <a:pPr>
              <a:defRPr sz="4800" b="1">
                <a:solidFill>
                  <a:srgbClr val="FFFFFF"/>
                </a:solidFill>
              </a:defRPr>
            </a:pPr>
            <a:r>
              <a:rPr sz="4800" b="1">
                <a:solidFill>
                  <a:srgbClr val="FFFFFF"/>
                </a:solidFill>
              </a:rPr>
              <a:t>Large enough to remember.]</a:t>
            </a:r>
          </a:p>
        </p:txBody>
      </p:sp>
      <p:sp>
        <p:nvSpPr>
          <p:cNvPr id="6" name="">
            <a:extLst xmlns:a="http://schemas.openxmlformats.org/drawingml/2006/main">
              <a:ext uri="{FF2B5EF4-FFF2-40B4-BE49-F238E27FC236}">
                <a16:creationId xmlns:a16="http://schemas.microsoft.com/office/drawing/2014/main" id="{6950F406-8D5A-4608-A341-0D78D147D624}"/>
              </a:ext>
            </a:extLst>
          </p:cNvPr>
          <p:cNvSpPr>
            <a:spLocks xmlns:a="http://schemas.openxmlformats.org/drawingml/2006/main" noGrp="1"/>
          </p:cNvSpPr>
          <p:nvPr/>
        </p:nvSpPr>
        <p:spPr>
          <a:xfrm xmlns:a="http://schemas.openxmlformats.org/drawingml/2006/main">
            <a:off x="647700" y="519112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C97CFF"/>
                </a:solidFill>
              </a:defRPr>
            </a:defPPr>
          </a:lstStyle>
          <a:p xmlns:a="http://schemas.openxmlformats.org/drawingml/2006/main">
            <a:pPr>
              <a:defRPr sz="2175" b="0">
                <a:solidFill>
                  <a:srgbClr val="C97CFF"/>
                </a:solidFill>
              </a:defRPr>
            </a:pPr>
            <a:r>
              <a:rPr sz="2175" b="0">
                <a:solidFill>
                  <a:srgbClr val="C97CFF"/>
                </a:solidFill>
              </a:rPr>
              <a:t>[One short supporting example]</a:t>
            </a:r>
          </a:p>
        </p:txBody>
      </p:sp>
    </p:spTree>
    <p:extLst>
      <p:ext uri="{BB962C8B-B14F-4D97-AF65-F5344CB8AC3E}">
        <p14:creationId xmlns:p14="http://schemas.microsoft.com/office/powerpoint/2010/main" val="1618473445"/>
      </p:ext>
    </p:extLst>
  </p:cSld>
</p:sld>
</file>

<file path=ppt/slides/slide13.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09958B3-0F54-4993-B54E-A56AB57A270A}"/>
              </a:ext>
            </a:extLst>
          </p:cNvPr>
          <p:cNvPicPr>
            <a:picLocks xmlns:a="http://schemas.openxmlformats.org/drawingml/2006/main" noChangeAspect="1"/>
          </p:cNvPicPr>
          <p:nvPr/>
        </p:nvPicPr>
        <p:blipFill>
          <a:blip xmlns:r="http://schemas.openxmlformats.org/officeDocument/2006/relationships" xmlns:a="http://schemas.openxmlformats.org/drawingml/2006/main" r:embed="Re377097b8399436b"/>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584780-F59F-416F-A10F-77EDDF19EF89}"/>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972BFF5B-17BC-410B-9BB6-C13CA6580B19}"/>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13</a:t>
            </a:r>
          </a:p>
        </p:txBody>
      </p:sp>
      <p:sp>
        <p:nvSpPr>
          <p:cNvPr id="4" name="">
            <a:extLst xmlns:a="http://schemas.openxmlformats.org/drawingml/2006/main">
              <a:ext uri="{FF2B5EF4-FFF2-40B4-BE49-F238E27FC236}">
                <a16:creationId xmlns:a16="http://schemas.microsoft.com/office/drawing/2014/main" id="{364E6B14-91DA-474A-8555-8046AAEA8774}"/>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[Two approaches compared]</a:t>
            </a:r>
          </a:p>
        </p:txBody>
      </p:sp>
      <p:sp>
        <p:nvSpPr>
          <p:cNvPr id="5" name="">
            <a:extLst xmlns:a="http://schemas.openxmlformats.org/drawingml/2006/main">
              <a:ext uri="{FF2B5EF4-FFF2-40B4-BE49-F238E27FC236}">
                <a16:creationId xmlns:a16="http://schemas.microsoft.com/office/drawing/2014/main" id="{0564451E-3521-41E6-B9B9-8B3E75D38BD3}"/>
              </a:ext>
            </a:extLst>
          </p:cNvPr>
          <p:cNvSpPr>
            <a:spLocks xmlns:a="http://schemas.openxmlformats.org/drawingml/2006/main" noGrp="1"/>
          </p:cNvSpPr>
          <p:nvPr/>
        </p:nvSpPr>
        <p:spPr>
          <a:xfrm xmlns:a="http://schemas.openxmlformats.org/drawingml/2006/main">
            <a:off x="609600" y="25717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[Approach A]</a:t>
            </a:r>
          </a:p>
        </p:txBody>
      </p:sp>
      <p:sp>
        <p:nvSpPr>
          <p:cNvPr id="6" name="">
            <a:extLst xmlns:a="http://schemas.openxmlformats.org/drawingml/2006/main">
              <a:ext uri="{FF2B5EF4-FFF2-40B4-BE49-F238E27FC236}">
                <a16:creationId xmlns:a16="http://schemas.microsoft.com/office/drawing/2014/main" id="{D701FBCD-83E0-452C-B610-9278050F7535}"/>
              </a:ext>
            </a:extLst>
          </p:cNvPr>
          <p:cNvSpPr>
            <a:spLocks xmlns:a="http://schemas.openxmlformats.org/drawingml/2006/main" noGrp="1"/>
          </p:cNvSpPr>
          <p:nvPr/>
        </p:nvSpPr>
        <p:spPr>
          <a:xfrm xmlns:a="http://schemas.openxmlformats.org/drawingml/2006/main">
            <a:off x="609600" y="3390900"/>
            <a:ext cx="48768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[What the learner does]</a:t>
            </a:r>
          </a:p>
          <a:p xmlns:a="http://schemas.openxmlformats.org/drawingml/2006/main">
            <a:r>
              <a:t/>
            </a:r>
          </a:p>
          <a:p xmlns:a="http://schemas.openxmlformats.org/drawingml/2006/main">
            <a:pPr>
              <a:defRPr sz="2025" b="0">
                <a:solidFill>
                  <a:srgbClr val="1A1633"/>
                </a:solidFill>
              </a:defRPr>
            </a:pPr>
            <a:r>
              <a:rPr sz="2025" b="0">
                <a:solidFill>
                  <a:srgbClr val="1A1633"/>
                </a:solidFill>
              </a:rPr>
              <a:t>[When it is useful]</a:t>
            </a:r>
          </a:p>
        </p:txBody>
      </p:sp>
      <p:sp>
        <p:nvSpPr>
          <p:cNvPr id="7" name="">
            <a:extLst xmlns:a="http://schemas.openxmlformats.org/drawingml/2006/main">
              <a:ext uri="{FF2B5EF4-FFF2-40B4-BE49-F238E27FC236}">
                <a16:creationId xmlns:a16="http://schemas.microsoft.com/office/drawing/2014/main" id="{3AB9A7AD-E98B-4239-BC97-33991AFD8BD4}"/>
              </a:ext>
            </a:extLst>
          </p:cNvPr>
          <p:cNvSpPr>
            <a:spLocks xmlns:a="http://schemas.openxmlformats.org/drawingml/2006/main" noGrp="1"/>
          </p:cNvSpPr>
          <p:nvPr/>
        </p:nvSpPr>
        <p:spPr>
          <a:xfrm xmlns:a="http://schemas.openxmlformats.org/drawingml/2006/main">
            <a:off x="5848350" y="25717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[Approach B]</a:t>
            </a:r>
          </a:p>
        </p:txBody>
      </p:sp>
      <p:sp>
        <p:nvSpPr>
          <p:cNvPr id="8" name="">
            <a:extLst xmlns:a="http://schemas.openxmlformats.org/drawingml/2006/main">
              <a:ext uri="{FF2B5EF4-FFF2-40B4-BE49-F238E27FC236}">
                <a16:creationId xmlns:a16="http://schemas.microsoft.com/office/drawing/2014/main" id="{8CC12A5D-D71A-4FD2-B62B-FA7E4B6A19A4}"/>
              </a:ext>
            </a:extLst>
          </p:cNvPr>
          <p:cNvSpPr>
            <a:spLocks xmlns:a="http://schemas.openxmlformats.org/drawingml/2006/main" noGrp="1"/>
          </p:cNvSpPr>
          <p:nvPr/>
        </p:nvSpPr>
        <p:spPr>
          <a:xfrm xmlns:a="http://schemas.openxmlformats.org/drawingml/2006/main">
            <a:off x="5848350" y="3390900"/>
            <a:ext cx="48768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[What changes]</a:t>
            </a:r>
          </a:p>
          <a:p xmlns:a="http://schemas.openxmlformats.org/drawingml/2006/main">
            <a:r>
              <a:t/>
            </a:r>
          </a:p>
          <a:p xmlns:a="http://schemas.openxmlformats.org/drawingml/2006/main">
            <a:pPr>
              <a:defRPr sz="2025" b="0">
                <a:solidFill>
                  <a:srgbClr val="1A1633"/>
                </a:solidFill>
              </a:defRPr>
            </a:pPr>
            <a:r>
              <a:rPr sz="2025" b="0">
                <a:solidFill>
                  <a:srgbClr val="1A1633"/>
                </a:solidFill>
              </a:rPr>
              <a:t>[When it is useful]</a:t>
            </a:r>
          </a:p>
        </p:txBody>
      </p:sp>
    </p:spTree>
    <p:extLst>
      <p:ext uri="{BB962C8B-B14F-4D97-AF65-F5344CB8AC3E}">
        <p14:creationId xmlns:p14="http://schemas.microsoft.com/office/powerpoint/2010/main" val="1502257735"/>
      </p:ext>
    </p:extLst>
  </p:cSld>
</p:sld>
</file>

<file path=ppt/slides/slide14.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460E4EB-1866-49DA-A462-5F6118BEC194}"/>
              </a:ext>
            </a:extLst>
          </p:cNvPr>
          <p:cNvPicPr>
            <a:picLocks xmlns:a="http://schemas.openxmlformats.org/drawingml/2006/main" noChangeAspect="1"/>
          </p:cNvPicPr>
          <p:nvPr/>
        </p:nvPicPr>
        <p:blipFill>
          <a:blip xmlns:r="http://schemas.openxmlformats.org/officeDocument/2006/relationships" xmlns:a="http://schemas.openxmlformats.org/drawingml/2006/main" r:embed="Rfc6a298692ca499d"/>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F49139-001B-4CDB-8F86-FAC44724090C}"/>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8E5A7E09-4CEA-4D7C-9E26-0705E35597A8}"/>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14</a:t>
            </a:r>
          </a:p>
        </p:txBody>
      </p:sp>
      <p:sp>
        <p:nvSpPr>
          <p:cNvPr id="4" name="">
            <a:extLst xmlns:a="http://schemas.openxmlformats.org/drawingml/2006/main">
              <a:ext uri="{FF2B5EF4-FFF2-40B4-BE49-F238E27FC236}">
                <a16:creationId xmlns:a16="http://schemas.microsoft.com/office/drawing/2014/main" id="{2964B387-56C1-4631-AB57-BBA0B3879855}"/>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 method in three steps]</a:t>
            </a:r>
          </a:p>
        </p:txBody>
      </p:sp>
      <p:sp>
        <p:nvSpPr>
          <p:cNvPr id="5" name="">
            <a:extLst xmlns:a="http://schemas.openxmlformats.org/drawingml/2006/main">
              <a:ext uri="{FF2B5EF4-FFF2-40B4-BE49-F238E27FC236}">
                <a16:creationId xmlns:a16="http://schemas.microsoft.com/office/drawing/2014/main" id="{082D712D-75FD-420C-B95C-A755EF5C24A3}"/>
              </a:ext>
            </a:extLst>
          </p:cNvPr>
          <p:cNvSpPr>
            <a:spLocks xmlns:a="http://schemas.openxmlformats.org/drawingml/2006/main" noGrp="1"/>
          </p:cNvSpPr>
          <p:nvPr/>
        </p:nvSpPr>
        <p:spPr>
          <a:xfrm xmlns:a="http://schemas.openxmlformats.org/drawingml/2006/main">
            <a:off x="609600" y="2571750"/>
            <a:ext cx="3168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01  [Set up]</a:t>
            </a:r>
          </a:p>
        </p:txBody>
      </p:sp>
      <p:sp>
        <p:nvSpPr>
          <p:cNvPr id="6" name="">
            <a:extLst xmlns:a="http://schemas.openxmlformats.org/drawingml/2006/main">
              <a:ext uri="{FF2B5EF4-FFF2-40B4-BE49-F238E27FC236}">
                <a16:creationId xmlns:a16="http://schemas.microsoft.com/office/drawing/2014/main" id="{183F2E39-27B0-451B-AF43-AFBDC71DB11B}"/>
              </a:ext>
            </a:extLst>
          </p:cNvPr>
          <p:cNvSpPr>
            <a:spLocks xmlns:a="http://schemas.openxmlformats.org/drawingml/2006/main" noGrp="1"/>
          </p:cNvSpPr>
          <p:nvPr/>
        </p:nvSpPr>
        <p:spPr>
          <a:xfrm xmlns:a="http://schemas.openxmlformats.org/drawingml/2006/main">
            <a:off x="609600" y="3390900"/>
            <a:ext cx="31305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[One clear action and the reason it matters]</a:t>
            </a:r>
          </a:p>
        </p:txBody>
      </p:sp>
      <p:sp>
        <p:nvSpPr>
          <p:cNvPr id="7" name="">
            <a:extLst xmlns:a="http://schemas.openxmlformats.org/drawingml/2006/main">
              <a:ext uri="{FF2B5EF4-FFF2-40B4-BE49-F238E27FC236}">
                <a16:creationId xmlns:a16="http://schemas.microsoft.com/office/drawing/2014/main" id="{D222C3D4-B3FC-4DBA-9E7D-92726C9262C7}"/>
              </a:ext>
            </a:extLst>
          </p:cNvPr>
          <p:cNvSpPr>
            <a:spLocks xmlns:a="http://schemas.openxmlformats.org/drawingml/2006/main" noGrp="1"/>
          </p:cNvSpPr>
          <p:nvPr/>
        </p:nvSpPr>
        <p:spPr>
          <a:xfrm xmlns:a="http://schemas.openxmlformats.org/drawingml/2006/main">
            <a:off x="4102100" y="2571750"/>
            <a:ext cx="3168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02  [Perform]</a:t>
            </a:r>
          </a:p>
        </p:txBody>
      </p:sp>
      <p:sp>
        <p:nvSpPr>
          <p:cNvPr id="8" name="">
            <a:extLst xmlns:a="http://schemas.openxmlformats.org/drawingml/2006/main">
              <a:ext uri="{FF2B5EF4-FFF2-40B4-BE49-F238E27FC236}">
                <a16:creationId xmlns:a16="http://schemas.microsoft.com/office/drawing/2014/main" id="{AC367BBF-EA9B-4357-B013-F91190913C13}"/>
              </a:ext>
            </a:extLst>
          </p:cNvPr>
          <p:cNvSpPr>
            <a:spLocks xmlns:a="http://schemas.openxmlformats.org/drawingml/2006/main" noGrp="1"/>
          </p:cNvSpPr>
          <p:nvPr/>
        </p:nvSpPr>
        <p:spPr>
          <a:xfrm xmlns:a="http://schemas.openxmlformats.org/drawingml/2006/main">
            <a:off x="4102100" y="3390900"/>
            <a:ext cx="31305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[The movement or listening task, explained fully]</a:t>
            </a:r>
          </a:p>
        </p:txBody>
      </p:sp>
      <p:sp>
        <p:nvSpPr>
          <p:cNvPr id="9" name="">
            <a:extLst xmlns:a="http://schemas.openxmlformats.org/drawingml/2006/main">
              <a:ext uri="{FF2B5EF4-FFF2-40B4-BE49-F238E27FC236}">
                <a16:creationId xmlns:a16="http://schemas.microsoft.com/office/drawing/2014/main" id="{4CC43FD4-5E15-4C02-915E-09E8ECFAA1E8}"/>
              </a:ext>
            </a:extLst>
          </p:cNvPr>
          <p:cNvSpPr>
            <a:spLocks xmlns:a="http://schemas.openxmlformats.org/drawingml/2006/main" noGrp="1"/>
          </p:cNvSpPr>
          <p:nvPr/>
        </p:nvSpPr>
        <p:spPr>
          <a:xfrm xmlns:a="http://schemas.openxmlformats.org/drawingml/2006/main">
            <a:off x="7594600" y="2571750"/>
            <a:ext cx="3168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03  [Check]</a:t>
            </a:r>
          </a:p>
        </p:txBody>
      </p:sp>
      <p:sp>
        <p:nvSpPr>
          <p:cNvPr id="10" name="">
            <a:extLst xmlns:a="http://schemas.openxmlformats.org/drawingml/2006/main">
              <a:ext uri="{FF2B5EF4-FFF2-40B4-BE49-F238E27FC236}">
                <a16:creationId xmlns:a16="http://schemas.microsoft.com/office/drawing/2014/main" id="{C34A3E1A-B77A-4CED-ADED-E761941E7460}"/>
              </a:ext>
            </a:extLst>
          </p:cNvPr>
          <p:cNvSpPr>
            <a:spLocks xmlns:a="http://schemas.openxmlformats.org/drawingml/2006/main" noGrp="1"/>
          </p:cNvSpPr>
          <p:nvPr/>
        </p:nvSpPr>
        <p:spPr>
          <a:xfrm xmlns:a="http://schemas.openxmlformats.org/drawingml/2006/main">
            <a:off x="7594600" y="3390900"/>
            <a:ext cx="31305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[What to observe and how to adjust]</a:t>
            </a:r>
          </a:p>
        </p:txBody>
      </p:sp>
    </p:spTree>
    <p:extLst>
      <p:ext uri="{BB962C8B-B14F-4D97-AF65-F5344CB8AC3E}">
        <p14:creationId xmlns:p14="http://schemas.microsoft.com/office/powerpoint/2010/main" val="1426411481"/>
      </p:ext>
    </p:extLst>
  </p:cSld>
</p:sld>
</file>

<file path=ppt/slides/slide15.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419D324-5239-4B85-A1A1-8B3F6C1A018D}"/>
              </a:ext>
            </a:extLst>
          </p:cNvPr>
          <p:cNvPicPr>
            <a:picLocks xmlns:a="http://schemas.openxmlformats.org/drawingml/2006/main" noChangeAspect="1"/>
          </p:cNvPicPr>
          <p:nvPr/>
        </p:nvPicPr>
        <p:blipFill>
          <a:blip xmlns:r="http://schemas.openxmlformats.org/officeDocument/2006/relationships" xmlns:a="http://schemas.openxmlformats.org/drawingml/2006/main" r:embed="R130c391055a3404a"/>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31768D8-7C62-4D2E-AE7C-49C41EE7F8B6}"/>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F625E3DE-5412-4781-958D-5F56FC796C95}"/>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15</a:t>
            </a:r>
          </a:p>
        </p:txBody>
      </p:sp>
      <p:sp>
        <p:nvSpPr>
          <p:cNvPr id="4" name="">
            <a:extLst xmlns:a="http://schemas.openxmlformats.org/drawingml/2006/main">
              <a:ext uri="{FF2B5EF4-FFF2-40B4-BE49-F238E27FC236}">
                <a16:creationId xmlns:a16="http://schemas.microsoft.com/office/drawing/2014/main" id="{648AA896-95F0-47D6-ABF8-4267A65221B2}"/>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[Demonstration with annotation]</a:t>
            </a:r>
          </a:p>
        </p:txBody>
      </p:sp>
      <p:sp>
        <p:nvSpPr>
          <p:cNvPr id="5" name="">
            <a:extLst xmlns:a="http://schemas.openxmlformats.org/drawingml/2006/main">
              <a:ext uri="{FF2B5EF4-FFF2-40B4-BE49-F238E27FC236}">
                <a16:creationId xmlns:a16="http://schemas.microsoft.com/office/drawing/2014/main" id="{F3EBF1EB-226A-431C-9834-472BB0416F85}"/>
              </a:ext>
            </a:extLst>
          </p:cNvPr>
          <p:cNvSpPr>
            <a:spLocks xmlns:a="http://schemas.openxmlformats.org/drawingml/2006/main" noGrp="1"/>
          </p:cNvSpPr>
          <p:nvPr/>
        </p:nvSpPr>
        <p:spPr>
          <a:xfrm xmlns:a="http://schemas.openxmlformats.org/drawingml/2006/main">
            <a:off x="609600" y="2352675"/>
            <a:ext cx="7239000" cy="3238500"/>
          </a:xfrm>
          <a:prstGeom xmlns:a="http://schemas.openxmlformats.org/drawingml/2006/main" prst="rect">
            <a:avLst/>
          </a:prstGeom>
          <a:solidFill xmlns:a="http://schemas.openxmlformats.org/drawingml/2006/main">
            <a:srgbClr val="F0E9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6CA894-F32A-4181-B854-04C0752E045A}"/>
              </a:ext>
            </a:extLst>
          </p:cNvPr>
          <p:cNvSpPr>
            <a:spLocks xmlns:a="http://schemas.openxmlformats.org/drawingml/2006/main" noGrp="1"/>
          </p:cNvSpPr>
          <p:nvPr/>
        </p:nvSpPr>
        <p:spPr>
          <a:xfrm xmlns:a="http://schemas.openxmlformats.org/drawingml/2006/main">
            <a:off x="1047750" y="3667125"/>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6D28E0"/>
                </a:solidFill>
              </a:defRPr>
            </a:defPPr>
          </a:lstStyle>
          <a:p xmlns:a="http://schemas.openxmlformats.org/drawingml/2006/main">
            <a:pPr>
              <a:defRPr sz="2475" b="1">
                <a:solidFill>
                  <a:srgbClr val="6D28E0"/>
                </a:solidFill>
              </a:defRPr>
            </a:pPr>
            <a:r>
              <a:rPr sz="2475" b="1">
                <a:solidFill>
                  <a:srgbClr val="6D28E0"/>
                </a:solidFill>
              </a:rPr>
              <a:t>[Image or demonstration frame]</a:t>
            </a:r>
          </a:p>
        </p:txBody>
      </p:sp>
      <p:sp>
        <p:nvSpPr>
          <p:cNvPr id="7" name="">
            <a:extLst xmlns:a="http://schemas.openxmlformats.org/drawingml/2006/main">
              <a:ext uri="{FF2B5EF4-FFF2-40B4-BE49-F238E27FC236}">
                <a16:creationId xmlns:a16="http://schemas.microsoft.com/office/drawing/2014/main" id="{58D29502-9FF3-4C88-A828-BE04645D2EDD}"/>
              </a:ext>
            </a:extLst>
          </p:cNvPr>
          <p:cNvSpPr>
            <a:spLocks xmlns:a="http://schemas.openxmlformats.org/drawingml/2006/main" noGrp="1"/>
          </p:cNvSpPr>
          <p:nvPr/>
        </p:nvSpPr>
        <p:spPr>
          <a:xfrm xmlns:a="http://schemas.openxmlformats.org/drawingml/2006/main">
            <a:off x="8334375" y="25717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D28E0"/>
                </a:solidFill>
              </a:defRPr>
            </a:defPPr>
          </a:lstStyle>
          <a:p xmlns:a="http://schemas.openxmlformats.org/drawingml/2006/main">
            <a:pPr>
              <a:defRPr sz="2250" b="1">
                <a:solidFill>
                  <a:srgbClr val="6D28E0"/>
                </a:solidFill>
              </a:defRPr>
            </a:pPr>
            <a:r>
              <a:rPr sz="2250" b="1">
                <a:solidFill>
                  <a:srgbClr val="6D28E0"/>
                </a:solidFill>
              </a:rPr>
              <a:t>[What to notice]</a:t>
            </a:r>
          </a:p>
        </p:txBody>
      </p:sp>
      <p:sp>
        <p:nvSpPr>
          <p:cNvPr id="8" name="">
            <a:extLst xmlns:a="http://schemas.openxmlformats.org/drawingml/2006/main">
              <a:ext uri="{FF2B5EF4-FFF2-40B4-BE49-F238E27FC236}">
                <a16:creationId xmlns:a16="http://schemas.microsoft.com/office/drawing/2014/main" id="{B4D75BCA-4EDB-4580-930B-48424A1562E7}"/>
              </a:ext>
            </a:extLst>
          </p:cNvPr>
          <p:cNvSpPr>
            <a:spLocks xmlns:a="http://schemas.openxmlformats.org/drawingml/2006/main" noGrp="1"/>
          </p:cNvSpPr>
          <p:nvPr/>
        </p:nvSpPr>
        <p:spPr>
          <a:xfrm xmlns:a="http://schemas.openxmlformats.org/drawingml/2006/main">
            <a:off x="8334375" y="3362325"/>
            <a:ext cx="3143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[One visible detail]</a:t>
            </a:r>
          </a:p>
          <a:p xmlns:a="http://schemas.openxmlformats.org/drawingml/2006/main">
            <a:r>
              <a:t/>
            </a:r>
          </a:p>
          <a:p xmlns:a="http://schemas.openxmlformats.org/drawingml/2006/main">
            <a:pPr>
              <a:defRPr sz="2025" b="0">
                <a:solidFill>
                  <a:srgbClr val="1A1633"/>
                </a:solidFill>
              </a:defRPr>
            </a:pPr>
            <a:r>
              <a:rPr sz="2025" b="0">
                <a:solidFill>
                  <a:srgbClr val="1A1633"/>
                </a:solidFill>
              </a:rPr>
              <a:t>[How it affects the result]</a:t>
            </a:r>
          </a:p>
        </p:txBody>
      </p:sp>
    </p:spTree>
    <p:extLst>
      <p:ext uri="{BB962C8B-B14F-4D97-AF65-F5344CB8AC3E}">
        <p14:creationId xmlns:p14="http://schemas.microsoft.com/office/powerpoint/2010/main" val="1202228885"/>
      </p:ext>
    </p:extLst>
  </p:cSld>
</p:sld>
</file>

<file path=ppt/slides/slide16.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8A3A90F-A3B0-403B-91AA-E0A2EABB7709}"/>
              </a:ext>
            </a:extLst>
          </p:cNvPr>
          <p:cNvPicPr>
            <a:picLocks xmlns:a="http://schemas.openxmlformats.org/drawingml/2006/main" noChangeAspect="1"/>
          </p:cNvPicPr>
          <p:nvPr/>
        </p:nvPicPr>
        <p:blipFill>
          <a:blip xmlns:r="http://schemas.openxmlformats.org/officeDocument/2006/relationships" xmlns:a="http://schemas.openxmlformats.org/drawingml/2006/main" r:embed="Rf5685d61292d4aae"/>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904F73E-CDEE-4FE8-9D2F-C12B7E12C5A0}"/>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C6E8A6D5-D881-4DFC-846A-1722DB0E5D24}"/>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16</a:t>
            </a:r>
          </a:p>
        </p:txBody>
      </p:sp>
      <p:sp>
        <p:nvSpPr>
          <p:cNvPr id="4" name="">
            <a:extLst xmlns:a="http://schemas.openxmlformats.org/drawingml/2006/main">
              <a:ext uri="{FF2B5EF4-FFF2-40B4-BE49-F238E27FC236}">
                <a16:creationId xmlns:a16="http://schemas.microsoft.com/office/drawing/2014/main" id="{88124B45-23DB-48BC-BA78-86F922CDB829}"/>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[Image and explanation]</a:t>
            </a:r>
          </a:p>
        </p:txBody>
      </p:sp>
      <p:sp>
        <p:nvSpPr>
          <p:cNvPr id="5" name="">
            <a:extLst xmlns:a="http://schemas.openxmlformats.org/drawingml/2006/main">
              <a:ext uri="{FF2B5EF4-FFF2-40B4-BE49-F238E27FC236}">
                <a16:creationId xmlns:a16="http://schemas.microsoft.com/office/drawing/2014/main" id="{9EBB0641-93F2-421D-9C4E-CFBFA0F84B6C}"/>
              </a:ext>
            </a:extLst>
          </p:cNvPr>
          <p:cNvSpPr>
            <a:spLocks xmlns:a="http://schemas.openxmlformats.org/drawingml/2006/main" noGrp="1"/>
          </p:cNvSpPr>
          <p:nvPr/>
        </p:nvSpPr>
        <p:spPr>
          <a:xfrm xmlns:a="http://schemas.openxmlformats.org/drawingml/2006/main">
            <a:off x="609600" y="2571750"/>
            <a:ext cx="4572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0">
                <a:solidFill>
                  <a:srgbClr val="1A1633"/>
                </a:solidFill>
              </a:defRPr>
            </a:defPPr>
          </a:lstStyle>
          <a:p xmlns:a="http://schemas.openxmlformats.org/drawingml/2006/main">
            <a:pPr>
              <a:defRPr sz="2775" b="0">
                <a:solidFill>
                  <a:srgbClr val="1A1633"/>
                </a:solidFill>
              </a:defRPr>
            </a:pPr>
            <a:r>
              <a:rPr sz="2775" b="0">
                <a:solidFill>
                  <a:srgbClr val="1A1633"/>
                </a:solidFill>
              </a:rPr>
              <a:t>[A short explanation with one practical takeaway.]</a:t>
            </a:r>
          </a:p>
        </p:txBody>
      </p:sp>
      <p:sp>
        <p:nvSpPr>
          <p:cNvPr id="6" name="">
            <a:extLst xmlns:a="http://schemas.openxmlformats.org/drawingml/2006/main">
              <a:ext uri="{FF2B5EF4-FFF2-40B4-BE49-F238E27FC236}">
                <a16:creationId xmlns:a16="http://schemas.microsoft.com/office/drawing/2014/main" id="{F0AB52AF-7C04-4F89-BC25-93A4D5E1EBD1}"/>
              </a:ext>
            </a:extLst>
          </p:cNvPr>
          <p:cNvSpPr>
            <a:spLocks xmlns:a="http://schemas.openxmlformats.org/drawingml/2006/main" noGrp="1"/>
          </p:cNvSpPr>
          <p:nvPr/>
        </p:nvSpPr>
        <p:spPr>
          <a:xfrm xmlns:a="http://schemas.openxmlformats.org/drawingml/2006/main">
            <a:off x="609600" y="50482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5470"/>
                </a:solidFill>
              </a:defRPr>
            </a:defPPr>
          </a:lstStyle>
          <a:p xmlns:a="http://schemas.openxmlformats.org/drawingml/2006/main">
            <a:pPr>
              <a:defRPr sz="1875" b="0">
                <a:solidFill>
                  <a:srgbClr val="5B5470"/>
                </a:solidFill>
              </a:defRPr>
            </a:pPr>
            <a:r>
              <a:rPr sz="1875" b="0">
                <a:solidFill>
                  <a:srgbClr val="5B5470"/>
                </a:solidFill>
              </a:rPr>
              <a:t>[Caption or useful context]</a:t>
            </a:r>
          </a:p>
        </p:txBody>
      </p:sp>
      <p:sp>
        <p:nvSpPr>
          <p:cNvPr id="7" name="">
            <a:extLst xmlns:a="http://schemas.openxmlformats.org/drawingml/2006/main">
              <a:ext uri="{FF2B5EF4-FFF2-40B4-BE49-F238E27FC236}">
                <a16:creationId xmlns:a16="http://schemas.microsoft.com/office/drawing/2014/main" id="{B66BE7F3-80EA-4A97-91D6-620F662BACBE}"/>
              </a:ext>
            </a:extLst>
          </p:cNvPr>
          <p:cNvSpPr>
            <a:spLocks xmlns:a="http://schemas.openxmlformats.org/drawingml/2006/main" noGrp="1"/>
          </p:cNvSpPr>
          <p:nvPr/>
        </p:nvSpPr>
        <p:spPr>
          <a:xfrm xmlns:a="http://schemas.openxmlformats.org/drawingml/2006/main">
            <a:off x="5905500" y="2333625"/>
            <a:ext cx="5619750" cy="3476625"/>
          </a:xfrm>
          <a:prstGeom xmlns:a="http://schemas.openxmlformats.org/drawingml/2006/main" prst="rect">
            <a:avLst/>
          </a:prstGeom>
          <a:solidFill xmlns:a="http://schemas.openxmlformats.org/drawingml/2006/main">
            <a:srgbClr val="F0E9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2ABBA4-48EE-4FF8-819F-1BB923384244}"/>
              </a:ext>
            </a:extLst>
          </p:cNvPr>
          <p:cNvSpPr>
            <a:spLocks xmlns:a="http://schemas.openxmlformats.org/drawingml/2006/main" noGrp="1"/>
          </p:cNvSpPr>
          <p:nvPr/>
        </p:nvSpPr>
        <p:spPr>
          <a:xfrm xmlns:a="http://schemas.openxmlformats.org/drawingml/2006/main">
            <a:off x="6381750" y="3762375"/>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6D28E0"/>
                </a:solidFill>
              </a:defRPr>
            </a:defPPr>
          </a:lstStyle>
          <a:p xmlns:a="http://schemas.openxmlformats.org/drawingml/2006/main">
            <a:pPr>
              <a:defRPr sz="2250" b="0">
                <a:solidFill>
                  <a:srgbClr val="6D28E0"/>
                </a:solidFill>
              </a:defRPr>
            </a:pPr>
            <a:r>
              <a:rPr sz="2250" b="0">
                <a:solidFill>
                  <a:srgbClr val="6D28E0"/>
                </a:solidFill>
              </a:rPr>
              <a:t>[Replace with image]</a:t>
            </a:r>
          </a:p>
        </p:txBody>
      </p:sp>
    </p:spTree>
    <p:extLst>
      <p:ext uri="{BB962C8B-B14F-4D97-AF65-F5344CB8AC3E}">
        <p14:creationId xmlns:p14="http://schemas.microsoft.com/office/powerpoint/2010/main" val="1205813112"/>
      </p:ext>
    </p:extLst>
  </p:cSld>
</p:sld>
</file>

<file path=ppt/slides/slide17.xml><?xml version="1.0" encoding="utf-8"?>
<p:sld xmlns:p="http://schemas.openxmlformats.org/presentationml/2006/main">
  <p:cSld>
    <p:bg>
      <p:bgPr>
        <a:solidFill xmlns:a="http://schemas.openxmlformats.org/drawingml/2006/main">
          <a:srgbClr val="0B0D2E"/>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D7C7FB1-284D-44A2-A0E5-1BFAECAAED55}"/>
              </a:ext>
            </a:extLst>
          </p:cNvPr>
          <p:cNvPicPr>
            <a:picLocks xmlns:a="http://schemas.openxmlformats.org/drawingml/2006/main" noChangeAspect="1"/>
          </p:cNvPicPr>
          <p:nvPr/>
        </p:nvPicPr>
        <p:blipFill>
          <a:blip xmlns:r="http://schemas.openxmlformats.org/officeDocument/2006/relationships" xmlns:a="http://schemas.openxmlformats.org/drawingml/2006/main" r:embed="Rff0976da6e324582"/>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A68B746-D425-4024-AA7C-DAEFA89F9B30}"/>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3" name="">
            <a:extLst xmlns:a="http://schemas.openxmlformats.org/drawingml/2006/main">
              <a:ext uri="{FF2B5EF4-FFF2-40B4-BE49-F238E27FC236}">
                <a16:creationId xmlns:a16="http://schemas.microsoft.com/office/drawing/2014/main" id="{C6F9CA67-73BD-4763-A9E1-4CFDA63688A4}"/>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17</a:t>
            </a:r>
          </a:p>
        </p:txBody>
      </p:sp>
      <p:sp>
        <p:nvSpPr>
          <p:cNvPr id="4" name="">
            <a:extLst xmlns:a="http://schemas.openxmlformats.org/drawingml/2006/main">
              <a:ext uri="{FF2B5EF4-FFF2-40B4-BE49-F238E27FC236}">
                <a16:creationId xmlns:a16="http://schemas.microsoft.com/office/drawing/2014/main" id="{AD388262-7782-46F2-845C-5CA1FB0AA186}"/>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Listening focus</a:t>
            </a:r>
          </a:p>
        </p:txBody>
      </p:sp>
      <p:sp>
        <p:nvSpPr>
          <p:cNvPr id="5" name="">
            <a:extLst xmlns:a="http://schemas.openxmlformats.org/drawingml/2006/main">
              <a:ext uri="{FF2B5EF4-FFF2-40B4-BE49-F238E27FC236}">
                <a16:creationId xmlns:a16="http://schemas.microsoft.com/office/drawing/2014/main" id="{2495A036-FBA7-4D22-B6E6-D33499E6EC9D}"/>
              </a:ext>
            </a:extLst>
          </p:cNvPr>
          <p:cNvSpPr>
            <a:spLocks xmlns:a="http://schemas.openxmlformats.org/drawingml/2006/main" noGrp="1"/>
          </p:cNvSpPr>
          <p:nvPr/>
        </p:nvSpPr>
        <p:spPr>
          <a:xfrm xmlns:a="http://schemas.openxmlformats.org/drawingml/2006/main">
            <a:off x="609600" y="2428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FFFFFF"/>
                </a:solidFill>
              </a:defRPr>
            </a:defPPr>
          </a:lstStyle>
          <a:p xmlns:a="http://schemas.openxmlformats.org/drawingml/2006/main">
            <a:pPr>
              <a:defRPr sz="4800" b="1">
                <a:solidFill>
                  <a:srgbClr val="FFFFFF"/>
                </a:solidFill>
              </a:defRPr>
            </a:pPr>
            <a:r>
              <a:rPr sz="4800" b="1">
                <a:solidFill>
                  <a:srgbClr val="FFFFFF"/>
                </a:solidFill>
              </a:rPr>
              <a:t>[What to listen for]</a:t>
            </a:r>
          </a:p>
        </p:txBody>
      </p:sp>
      <p:sp>
        <p:nvSpPr>
          <p:cNvPr id="6" name="">
            <a:extLst xmlns:a="http://schemas.openxmlformats.org/drawingml/2006/main">
              <a:ext uri="{FF2B5EF4-FFF2-40B4-BE49-F238E27FC236}">
                <a16:creationId xmlns:a16="http://schemas.microsoft.com/office/drawing/2014/main" id="{8B7E8152-B64D-460E-B256-5BCA0B6A3E33}"/>
              </a:ext>
            </a:extLst>
          </p:cNvPr>
          <p:cNvSpPr>
            <a:spLocks xmlns:a="http://schemas.openxmlformats.org/drawingml/2006/main" noGrp="1"/>
          </p:cNvSpPr>
          <p:nvPr/>
        </p:nvSpPr>
        <p:spPr>
          <a:xfrm xmlns:a="http://schemas.openxmlformats.org/drawingml/2006/main">
            <a:off x="647700" y="39147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C97CFF"/>
                </a:solidFill>
              </a:defRPr>
            </a:defPPr>
          </a:lstStyle>
          <a:p xmlns:a="http://schemas.openxmlformats.org/drawingml/2006/main">
            <a:pPr>
              <a:defRPr sz="2400" b="0">
                <a:solidFill>
                  <a:srgbClr val="C97CFF"/>
                </a:solidFill>
              </a:defRPr>
            </a:pPr>
            <a:r>
              <a:rPr sz="2400" b="0">
                <a:solidFill>
                  <a:srgbClr val="C97CFF"/>
                </a:solidFill>
              </a:rPr>
              <a:t>[Audio title or musical phrase]</a:t>
            </a:r>
          </a:p>
        </p:txBody>
      </p:sp>
      <p:sp>
        <p:nvSpPr>
          <p:cNvPr id="7" name="">
            <a:extLst xmlns:a="http://schemas.openxmlformats.org/drawingml/2006/main">
              <a:ext uri="{FF2B5EF4-FFF2-40B4-BE49-F238E27FC236}">
                <a16:creationId xmlns:a16="http://schemas.microsoft.com/office/drawing/2014/main" id="{E8DA8AA8-BBCF-4EE0-9428-8FFEB2FBF0C7}"/>
              </a:ext>
            </a:extLst>
          </p:cNvPr>
          <p:cNvSpPr>
            <a:spLocks xmlns:a="http://schemas.openxmlformats.org/drawingml/2006/main" noGrp="1"/>
          </p:cNvSpPr>
          <p:nvPr/>
        </p:nvSpPr>
        <p:spPr>
          <a:xfrm xmlns:a="http://schemas.openxmlformats.org/drawingml/2006/main">
            <a:off x="647700" y="4819650"/>
            <a:ext cx="10858500" cy="19050"/>
          </a:xfrm>
          <a:prstGeom xmlns:a="http://schemas.openxmlformats.org/drawingml/2006/main" prst="rect">
            <a:avLst/>
          </a:prstGeom>
          <a:solidFill xmlns:a="http://schemas.openxmlformats.org/drawingml/2006/main">
            <a:srgbClr val="C97C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055C0ED-95BF-4DE1-839B-23DC9F6086DE}"/>
              </a:ext>
            </a:extLst>
          </p:cNvPr>
          <p:cNvSpPr>
            <a:spLocks xmlns:a="http://schemas.openxmlformats.org/drawingml/2006/main" noGrp="1"/>
          </p:cNvSpPr>
          <p:nvPr/>
        </p:nvSpPr>
        <p:spPr>
          <a:xfrm xmlns:a="http://schemas.openxmlformats.org/drawingml/2006/main">
            <a:off x="647700" y="5143500"/>
            <a:ext cx="1028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FFFF"/>
                </a:solidFill>
              </a:defRPr>
            </a:defPPr>
          </a:lstStyle>
          <a:p xmlns:a="http://schemas.openxmlformats.org/drawingml/2006/main">
            <a:pPr>
              <a:defRPr sz="2100" b="0">
                <a:solidFill>
                  <a:srgbClr val="FFFFFF"/>
                </a:solidFill>
              </a:defRPr>
            </a:pPr>
            <a:r>
              <a:rPr sz="2100" b="0">
                <a:solidFill>
                  <a:srgbClr val="FFFFFF"/>
                </a:solidFill>
              </a:rPr>
              <a:t>First listen: [one focus]</a:t>
            </a:r>
          </a:p>
          <a:p xmlns:a="http://schemas.openxmlformats.org/drawingml/2006/main">
            <a:pPr>
              <a:defRPr sz="2100" b="0">
                <a:solidFill>
                  <a:srgbClr val="FFFFFF"/>
                </a:solidFill>
              </a:defRPr>
            </a:pPr>
            <a:r>
              <a:rPr sz="2100" b="0">
                <a:solidFill>
                  <a:srgbClr val="FFFFFF"/>
                </a:solidFill>
              </a:rPr>
              <a:t>Listen again: [a comparison or active response]</a:t>
            </a:r>
          </a:p>
        </p:txBody>
      </p:sp>
    </p:spTree>
    <p:extLst>
      <p:ext uri="{BB962C8B-B14F-4D97-AF65-F5344CB8AC3E}">
        <p14:creationId xmlns:p14="http://schemas.microsoft.com/office/powerpoint/2010/main" val="1612719836"/>
      </p:ext>
    </p:extLst>
  </p:cSld>
</p:sld>
</file>

<file path=ppt/slides/slide18.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4BA5571-7B5E-45D0-9C0F-2C6BD0A70CEB}"/>
              </a:ext>
            </a:extLst>
          </p:cNvPr>
          <p:cNvPicPr>
            <a:picLocks xmlns:a="http://schemas.openxmlformats.org/drawingml/2006/main" noChangeAspect="1"/>
          </p:cNvPicPr>
          <p:nvPr/>
        </p:nvPicPr>
        <p:blipFill>
          <a:blip xmlns:r="http://schemas.openxmlformats.org/officeDocument/2006/relationships" xmlns:a="http://schemas.openxmlformats.org/drawingml/2006/main" r:embed="R4c7c5ca05a1e4cfb"/>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10EB95-F9FF-44FF-A272-B84C1DCC4AEC}"/>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01A6505A-DAEC-4518-9D9E-8D15352D7D00}"/>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18</a:t>
            </a:r>
          </a:p>
        </p:txBody>
      </p:sp>
      <p:sp>
        <p:nvSpPr>
          <p:cNvPr id="4" name="">
            <a:extLst xmlns:a="http://schemas.openxmlformats.org/drawingml/2006/main">
              <a:ext uri="{FF2B5EF4-FFF2-40B4-BE49-F238E27FC236}">
                <a16:creationId xmlns:a16="http://schemas.microsoft.com/office/drawing/2014/main" id="{FAE22E7A-419E-4204-B54F-7138981474EA}"/>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[Video demonstration]</a:t>
            </a:r>
          </a:p>
        </p:txBody>
      </p:sp>
      <p:sp>
        <p:nvSpPr>
          <p:cNvPr id="5" name="">
            <a:extLst xmlns:a="http://schemas.openxmlformats.org/drawingml/2006/main">
              <a:ext uri="{FF2B5EF4-FFF2-40B4-BE49-F238E27FC236}">
                <a16:creationId xmlns:a16="http://schemas.microsoft.com/office/drawing/2014/main" id="{577ABE65-A8DE-4E07-B613-42B9175CA9E4}"/>
              </a:ext>
            </a:extLst>
          </p:cNvPr>
          <p:cNvSpPr>
            <a:spLocks xmlns:a="http://schemas.openxmlformats.org/drawingml/2006/main" noGrp="1"/>
          </p:cNvSpPr>
          <p:nvPr/>
        </p:nvSpPr>
        <p:spPr>
          <a:xfrm xmlns:a="http://schemas.openxmlformats.org/drawingml/2006/main">
            <a:off x="609600" y="2266950"/>
            <a:ext cx="7810500" cy="3714750"/>
          </a:xfrm>
          <a:prstGeom xmlns:a="http://schemas.openxmlformats.org/drawingml/2006/main" prst="rect">
            <a:avLst/>
          </a:prstGeom>
          <a:solidFill xmlns:a="http://schemas.openxmlformats.org/drawingml/2006/main">
            <a:srgbClr val="05072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213DFC1-4ED3-4437-BA03-D444F8C97600}"/>
              </a:ext>
            </a:extLst>
          </p:cNvPr>
          <p:cNvSpPr>
            <a:spLocks xmlns:a="http://schemas.openxmlformats.org/drawingml/2006/main" noGrp="1"/>
          </p:cNvSpPr>
          <p:nvPr/>
        </p:nvSpPr>
        <p:spPr>
          <a:xfrm xmlns:a="http://schemas.openxmlformats.org/drawingml/2006/main">
            <a:off x="1190625" y="373380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FFFFFF"/>
                </a:solidFill>
              </a:defRPr>
            </a:defPPr>
          </a:lstStyle>
          <a:p xmlns:a="http://schemas.openxmlformats.org/drawingml/2006/main">
            <a:pPr>
              <a:defRPr sz="3000" b="1">
                <a:solidFill>
                  <a:srgbClr val="FFFFFF"/>
                </a:solidFill>
              </a:defRPr>
            </a:pPr>
            <a:r>
              <a:rPr sz="3000" b="1">
                <a:solidFill>
                  <a:srgbClr val="FFFFFF"/>
                </a:solidFill>
              </a:rPr>
              <a:t>[Video poster]</a:t>
            </a:r>
          </a:p>
        </p:txBody>
      </p:sp>
      <p:sp>
        <p:nvSpPr>
          <p:cNvPr id="7" name="">
            <a:extLst xmlns:a="http://schemas.openxmlformats.org/drawingml/2006/main">
              <a:ext uri="{FF2B5EF4-FFF2-40B4-BE49-F238E27FC236}">
                <a16:creationId xmlns:a16="http://schemas.microsoft.com/office/drawing/2014/main" id="{26D5CAD9-E19D-48D2-A737-B9856CECE0A0}"/>
              </a:ext>
            </a:extLst>
          </p:cNvPr>
          <p:cNvSpPr>
            <a:spLocks xmlns:a="http://schemas.openxmlformats.org/drawingml/2006/main" noGrp="1"/>
          </p:cNvSpPr>
          <p:nvPr/>
        </p:nvSpPr>
        <p:spPr>
          <a:xfrm xmlns:a="http://schemas.openxmlformats.org/drawingml/2006/main">
            <a:off x="8877300" y="249555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6D28E0"/>
                </a:solidFill>
              </a:defRPr>
            </a:defPPr>
          </a:lstStyle>
          <a:p xmlns:a="http://schemas.openxmlformats.org/drawingml/2006/main">
            <a:pPr>
              <a:defRPr sz="2400" b="1">
                <a:solidFill>
                  <a:srgbClr val="6D28E0"/>
                </a:solidFill>
              </a:defRPr>
            </a:pPr>
            <a:r>
              <a:rPr sz="2400" b="1">
                <a:solidFill>
                  <a:srgbClr val="6D28E0"/>
                </a:solidFill>
              </a:rPr>
              <a:t>Watch for</a:t>
            </a:r>
          </a:p>
        </p:txBody>
      </p:sp>
      <p:sp>
        <p:nvSpPr>
          <p:cNvPr id="8" name="">
            <a:extLst xmlns:a="http://schemas.openxmlformats.org/drawingml/2006/main">
              <a:ext uri="{FF2B5EF4-FFF2-40B4-BE49-F238E27FC236}">
                <a16:creationId xmlns:a16="http://schemas.microsoft.com/office/drawing/2014/main" id="{0ADD9419-AE47-415E-B3CA-679C5AA53B44}"/>
              </a:ext>
            </a:extLst>
          </p:cNvPr>
          <p:cNvSpPr>
            <a:spLocks xmlns:a="http://schemas.openxmlformats.org/drawingml/2006/main" noGrp="1"/>
          </p:cNvSpPr>
          <p:nvPr/>
        </p:nvSpPr>
        <p:spPr>
          <a:xfrm xmlns:a="http://schemas.openxmlformats.org/drawingml/2006/main">
            <a:off x="8877300" y="3286125"/>
            <a:ext cx="266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A1633"/>
                </a:solidFill>
              </a:defRPr>
            </a:defPPr>
          </a:lstStyle>
          <a:p xmlns:a="http://schemas.openxmlformats.org/drawingml/2006/main">
            <a:pPr>
              <a:defRPr sz="1950" b="0">
                <a:solidFill>
                  <a:srgbClr val="1A1633"/>
                </a:solidFill>
              </a:defRPr>
            </a:pPr>
            <a:r>
              <a:rPr sz="1950" b="0">
                <a:solidFill>
                  <a:srgbClr val="1A1633"/>
                </a:solidFill>
              </a:rPr>
              <a:t>[A specific movement]</a:t>
            </a:r>
          </a:p>
          <a:p xmlns:a="http://schemas.openxmlformats.org/drawingml/2006/main">
            <a:r>
              <a:t/>
            </a:r>
          </a:p>
          <a:p xmlns:a="http://schemas.openxmlformats.org/drawingml/2006/main">
            <a:pPr>
              <a:defRPr sz="1950" b="0">
                <a:solidFill>
                  <a:srgbClr val="1A1633"/>
                </a:solidFill>
              </a:defRPr>
            </a:pPr>
            <a:r>
              <a:rPr sz="1950" b="0">
                <a:solidFill>
                  <a:srgbClr val="1A1633"/>
                </a:solidFill>
              </a:rPr>
              <a:t>[One audible result]</a:t>
            </a:r>
          </a:p>
        </p:txBody>
      </p:sp>
    </p:spTree>
    <p:extLst>
      <p:ext uri="{BB962C8B-B14F-4D97-AF65-F5344CB8AC3E}">
        <p14:creationId xmlns:p14="http://schemas.microsoft.com/office/powerpoint/2010/main" val="239811923"/>
      </p:ext>
    </p:extLst>
  </p:cSld>
</p:sld>
</file>

<file path=ppt/slides/slide19.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49" name="">
            <a:extLst xmlns:a="http://schemas.openxmlformats.org/drawingml/2006/main">
              <a:ext uri="{FF2B5EF4-FFF2-40B4-BE49-F238E27FC236}">
                <a16:creationId xmlns:a16="http://schemas.microsoft.com/office/drawing/2014/main" id="{8C5C24C5-3AAF-44E3-851B-FD2056FCEA65}"/>
              </a:ext>
            </a:extLst>
          </p:cNvPr>
          <p:cNvPicPr>
            <a:picLocks xmlns:a="http://schemas.openxmlformats.org/drawingml/2006/main" noChangeAspect="1"/>
          </p:cNvPicPr>
          <p:nvPr/>
        </p:nvPicPr>
        <p:blipFill>
          <a:blip xmlns:r="http://schemas.openxmlformats.org/officeDocument/2006/relationships" xmlns:a="http://schemas.openxmlformats.org/drawingml/2006/main" r:embed="R625ed56ef1834731"/>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E71EE9-5A4B-485B-8F7A-D88227199BC5}"/>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F59E23A1-9A40-49E0-B43B-C7FAE65A2E67}"/>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19</a:t>
            </a:r>
          </a:p>
        </p:txBody>
      </p:sp>
      <p:sp>
        <p:nvSpPr>
          <p:cNvPr id="4" name="">
            <a:extLst xmlns:a="http://schemas.openxmlformats.org/drawingml/2006/main">
              <a:ext uri="{FF2B5EF4-FFF2-40B4-BE49-F238E27FC236}">
                <a16:creationId xmlns:a16="http://schemas.microsoft.com/office/drawing/2014/main" id="{0524CB7E-DF51-452E-8C2E-925818125220}"/>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The same idea on the fretboard</a:t>
            </a:r>
          </a:p>
        </p:txBody>
      </p:sp>
      <p:sp>
        <p:nvSpPr>
          <p:cNvPr id="5" name="">
            <a:extLst xmlns:a="http://schemas.openxmlformats.org/drawingml/2006/main">
              <a:ext uri="{FF2B5EF4-FFF2-40B4-BE49-F238E27FC236}">
                <a16:creationId xmlns:a16="http://schemas.microsoft.com/office/drawing/2014/main" id="{34049F46-3401-4CFD-A77E-83E8D5BFC4BC}"/>
              </a:ext>
            </a:extLst>
          </p:cNvPr>
          <p:cNvSpPr>
            <a:spLocks xmlns:a="http://schemas.openxmlformats.org/drawingml/2006/main" noGrp="1"/>
          </p:cNvSpPr>
          <p:nvPr/>
        </p:nvSpPr>
        <p:spPr>
          <a:xfrm xmlns:a="http://schemas.openxmlformats.org/drawingml/2006/main">
            <a:off x="857250" y="2667000"/>
            <a:ext cx="7239000" cy="0"/>
          </a:xfrm>
          <a:prstGeom xmlns:a="http://schemas.openxmlformats.org/drawingml/2006/main" prst="line">
            <a:avLst/>
          </a:prstGeom>
          <a:noFill xmlns:a="http://schemas.openxmlformats.org/drawingml/2006/main"/>
          <a:ln xmlns:a="http://schemas.openxmlformats.org/drawingml/2006/main" w="9525">
            <a:solidFill>
              <a:srgbClr val="5B5470"/>
            </a:solidFill>
          </a:ln>
        </p:spPr>
      </p:sp>
      <p:sp>
        <p:nvSpPr>
          <p:cNvPr id="6" name="">
            <a:extLst xmlns:a="http://schemas.openxmlformats.org/drawingml/2006/main">
              <a:ext uri="{FF2B5EF4-FFF2-40B4-BE49-F238E27FC236}">
                <a16:creationId xmlns:a16="http://schemas.microsoft.com/office/drawing/2014/main" id="{543B40F6-D799-46A2-8747-7C63353533E7}"/>
              </a:ext>
            </a:extLst>
          </p:cNvPr>
          <p:cNvSpPr>
            <a:spLocks xmlns:a="http://schemas.openxmlformats.org/drawingml/2006/main" noGrp="1"/>
          </p:cNvSpPr>
          <p:nvPr/>
        </p:nvSpPr>
        <p:spPr>
          <a:xfrm xmlns:a="http://schemas.openxmlformats.org/drawingml/2006/main">
            <a:off x="857250" y="3105150"/>
            <a:ext cx="7239000" cy="0"/>
          </a:xfrm>
          <a:prstGeom xmlns:a="http://schemas.openxmlformats.org/drawingml/2006/main" prst="line">
            <a:avLst/>
          </a:prstGeom>
          <a:noFill xmlns:a="http://schemas.openxmlformats.org/drawingml/2006/main"/>
          <a:ln xmlns:a="http://schemas.openxmlformats.org/drawingml/2006/main" w="11906">
            <a:solidFill>
              <a:srgbClr val="5B5470"/>
            </a:solidFill>
          </a:ln>
        </p:spPr>
      </p:sp>
      <p:sp>
        <p:nvSpPr>
          <p:cNvPr id="7" name="">
            <a:extLst xmlns:a="http://schemas.openxmlformats.org/drawingml/2006/main">
              <a:ext uri="{FF2B5EF4-FFF2-40B4-BE49-F238E27FC236}">
                <a16:creationId xmlns:a16="http://schemas.microsoft.com/office/drawing/2014/main" id="{47C6757B-4368-4F04-873F-2BDD05E23CB2}"/>
              </a:ext>
            </a:extLst>
          </p:cNvPr>
          <p:cNvSpPr>
            <a:spLocks xmlns:a="http://schemas.openxmlformats.org/drawingml/2006/main" noGrp="1"/>
          </p:cNvSpPr>
          <p:nvPr/>
        </p:nvSpPr>
        <p:spPr>
          <a:xfrm xmlns:a="http://schemas.openxmlformats.org/drawingml/2006/main">
            <a:off x="857250" y="3543300"/>
            <a:ext cx="7239000" cy="0"/>
          </a:xfrm>
          <a:prstGeom xmlns:a="http://schemas.openxmlformats.org/drawingml/2006/main" prst="line">
            <a:avLst/>
          </a:prstGeom>
          <a:noFill xmlns:a="http://schemas.openxmlformats.org/drawingml/2006/main"/>
          <a:ln xmlns:a="http://schemas.openxmlformats.org/drawingml/2006/main" w="14288">
            <a:solidFill>
              <a:srgbClr val="5B5470"/>
            </a:solidFill>
          </a:ln>
        </p:spPr>
      </p:sp>
      <p:sp>
        <p:nvSpPr>
          <p:cNvPr id="8" name="">
            <a:extLst xmlns:a="http://schemas.openxmlformats.org/drawingml/2006/main">
              <a:ext uri="{FF2B5EF4-FFF2-40B4-BE49-F238E27FC236}">
                <a16:creationId xmlns:a16="http://schemas.microsoft.com/office/drawing/2014/main" id="{92E3BF69-CC80-488E-99C5-3D9B8822FF08}"/>
              </a:ext>
            </a:extLst>
          </p:cNvPr>
          <p:cNvSpPr>
            <a:spLocks xmlns:a="http://schemas.openxmlformats.org/drawingml/2006/main" noGrp="1"/>
          </p:cNvSpPr>
          <p:nvPr/>
        </p:nvSpPr>
        <p:spPr>
          <a:xfrm xmlns:a="http://schemas.openxmlformats.org/drawingml/2006/main">
            <a:off x="857250" y="3981450"/>
            <a:ext cx="7239000" cy="0"/>
          </a:xfrm>
          <a:prstGeom xmlns:a="http://schemas.openxmlformats.org/drawingml/2006/main" prst="line">
            <a:avLst/>
          </a:prstGeom>
          <a:noFill xmlns:a="http://schemas.openxmlformats.org/drawingml/2006/main"/>
          <a:ln xmlns:a="http://schemas.openxmlformats.org/drawingml/2006/main" w="16669">
            <a:solidFill>
              <a:srgbClr val="5B5470"/>
            </a:solidFill>
          </a:ln>
        </p:spPr>
      </p:sp>
      <p:sp>
        <p:nvSpPr>
          <p:cNvPr id="9" name="">
            <a:extLst xmlns:a="http://schemas.openxmlformats.org/drawingml/2006/main">
              <a:ext uri="{FF2B5EF4-FFF2-40B4-BE49-F238E27FC236}">
                <a16:creationId xmlns:a16="http://schemas.microsoft.com/office/drawing/2014/main" id="{62E1ECF4-BE59-47DA-AD2C-CE28E21FAB71}"/>
              </a:ext>
            </a:extLst>
          </p:cNvPr>
          <p:cNvSpPr>
            <a:spLocks xmlns:a="http://schemas.openxmlformats.org/drawingml/2006/main" noGrp="1"/>
          </p:cNvSpPr>
          <p:nvPr/>
        </p:nvSpPr>
        <p:spPr>
          <a:xfrm xmlns:a="http://schemas.openxmlformats.org/drawingml/2006/main">
            <a:off x="857250" y="4419600"/>
            <a:ext cx="7239000" cy="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0" name="">
            <a:extLst xmlns:a="http://schemas.openxmlformats.org/drawingml/2006/main">
              <a:ext uri="{FF2B5EF4-FFF2-40B4-BE49-F238E27FC236}">
                <a16:creationId xmlns:a16="http://schemas.microsoft.com/office/drawing/2014/main" id="{778D283C-536E-4ACA-94C4-A9D2B2E1FB48}"/>
              </a:ext>
            </a:extLst>
          </p:cNvPr>
          <p:cNvSpPr>
            <a:spLocks xmlns:a="http://schemas.openxmlformats.org/drawingml/2006/main" noGrp="1"/>
          </p:cNvSpPr>
          <p:nvPr/>
        </p:nvSpPr>
        <p:spPr>
          <a:xfrm xmlns:a="http://schemas.openxmlformats.org/drawingml/2006/main">
            <a:off x="857250" y="4857750"/>
            <a:ext cx="7239000" cy="0"/>
          </a:xfrm>
          <a:prstGeom xmlns:a="http://schemas.openxmlformats.org/drawingml/2006/main" prst="line">
            <a:avLst/>
          </a:prstGeom>
          <a:noFill xmlns:a="http://schemas.openxmlformats.org/drawingml/2006/main"/>
          <a:ln xmlns:a="http://schemas.openxmlformats.org/drawingml/2006/main" w="21431">
            <a:solidFill>
              <a:srgbClr val="5B5470"/>
            </a:solidFill>
          </a:ln>
        </p:spPr>
      </p:sp>
      <p:sp>
        <p:nvSpPr>
          <p:cNvPr id="11" name="">
            <a:extLst xmlns:a="http://schemas.openxmlformats.org/drawingml/2006/main">
              <a:ext uri="{FF2B5EF4-FFF2-40B4-BE49-F238E27FC236}">
                <a16:creationId xmlns:a16="http://schemas.microsoft.com/office/drawing/2014/main" id="{884DBA05-209D-4311-8FF6-BA152B28AD1A}"/>
              </a:ext>
            </a:extLst>
          </p:cNvPr>
          <p:cNvSpPr>
            <a:spLocks xmlns:a="http://schemas.openxmlformats.org/drawingml/2006/main" noGrp="1"/>
          </p:cNvSpPr>
          <p:nvPr/>
        </p:nvSpPr>
        <p:spPr>
          <a:xfrm xmlns:a="http://schemas.openxmlformats.org/drawingml/2006/main">
            <a:off x="857250" y="2667000"/>
            <a:ext cx="0" cy="2190750"/>
          </a:xfrm>
          <a:prstGeom xmlns:a="http://schemas.openxmlformats.org/drawingml/2006/main" prst="line">
            <a:avLst/>
          </a:prstGeom>
          <a:noFill xmlns:a="http://schemas.openxmlformats.org/drawingml/2006/main"/>
          <a:ln xmlns:a="http://schemas.openxmlformats.org/drawingml/2006/main" w="47625">
            <a:solidFill>
              <a:srgbClr val="5B5470"/>
            </a:solidFill>
          </a:ln>
        </p:spPr>
      </p:sp>
      <p:sp>
        <p:nvSpPr>
          <p:cNvPr id="12" name="">
            <a:extLst xmlns:a="http://schemas.openxmlformats.org/drawingml/2006/main">
              <a:ext uri="{FF2B5EF4-FFF2-40B4-BE49-F238E27FC236}">
                <a16:creationId xmlns:a16="http://schemas.microsoft.com/office/drawing/2014/main" id="{63795E86-0A81-4EA4-975F-52378AB0F180}"/>
              </a:ext>
            </a:extLst>
          </p:cNvPr>
          <p:cNvSpPr>
            <a:spLocks xmlns:a="http://schemas.openxmlformats.org/drawingml/2006/main" noGrp="1"/>
          </p:cNvSpPr>
          <p:nvPr/>
        </p:nvSpPr>
        <p:spPr>
          <a:xfrm xmlns:a="http://schemas.openxmlformats.org/drawingml/2006/main">
            <a:off x="2305050" y="2667000"/>
            <a:ext cx="0" cy="2190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3" name="">
            <a:extLst xmlns:a="http://schemas.openxmlformats.org/drawingml/2006/main">
              <a:ext uri="{FF2B5EF4-FFF2-40B4-BE49-F238E27FC236}">
                <a16:creationId xmlns:a16="http://schemas.microsoft.com/office/drawing/2014/main" id="{7C5B3BED-F23F-4DD5-8CC6-02853AF76543}"/>
              </a:ext>
            </a:extLst>
          </p:cNvPr>
          <p:cNvSpPr>
            <a:spLocks xmlns:a="http://schemas.openxmlformats.org/drawingml/2006/main" noGrp="1"/>
          </p:cNvSpPr>
          <p:nvPr/>
        </p:nvSpPr>
        <p:spPr>
          <a:xfrm xmlns:a="http://schemas.openxmlformats.org/drawingml/2006/main">
            <a:off x="3752850" y="2667000"/>
            <a:ext cx="0" cy="2190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4" name="">
            <a:extLst xmlns:a="http://schemas.openxmlformats.org/drawingml/2006/main">
              <a:ext uri="{FF2B5EF4-FFF2-40B4-BE49-F238E27FC236}">
                <a16:creationId xmlns:a16="http://schemas.microsoft.com/office/drawing/2014/main" id="{E9FE4CA7-9D82-4E80-B2A3-C70A818E8B7B}"/>
              </a:ext>
            </a:extLst>
          </p:cNvPr>
          <p:cNvSpPr>
            <a:spLocks xmlns:a="http://schemas.openxmlformats.org/drawingml/2006/main" noGrp="1"/>
          </p:cNvSpPr>
          <p:nvPr/>
        </p:nvSpPr>
        <p:spPr>
          <a:xfrm xmlns:a="http://schemas.openxmlformats.org/drawingml/2006/main">
            <a:off x="5200650" y="2667000"/>
            <a:ext cx="0" cy="2190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5" name="">
            <a:extLst xmlns:a="http://schemas.openxmlformats.org/drawingml/2006/main">
              <a:ext uri="{FF2B5EF4-FFF2-40B4-BE49-F238E27FC236}">
                <a16:creationId xmlns:a16="http://schemas.microsoft.com/office/drawing/2014/main" id="{380FDDD1-9E9A-42C5-9B85-749905E5CFA1}"/>
              </a:ext>
            </a:extLst>
          </p:cNvPr>
          <p:cNvSpPr>
            <a:spLocks xmlns:a="http://schemas.openxmlformats.org/drawingml/2006/main" noGrp="1"/>
          </p:cNvSpPr>
          <p:nvPr/>
        </p:nvSpPr>
        <p:spPr>
          <a:xfrm xmlns:a="http://schemas.openxmlformats.org/drawingml/2006/main">
            <a:off x="6648450" y="2667000"/>
            <a:ext cx="0" cy="2190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6" name="">
            <a:extLst xmlns:a="http://schemas.openxmlformats.org/drawingml/2006/main">
              <a:ext uri="{FF2B5EF4-FFF2-40B4-BE49-F238E27FC236}">
                <a16:creationId xmlns:a16="http://schemas.microsoft.com/office/drawing/2014/main" id="{81F60391-25BD-4B38-814F-BC99E9F08AAC}"/>
              </a:ext>
            </a:extLst>
          </p:cNvPr>
          <p:cNvSpPr>
            <a:spLocks xmlns:a="http://schemas.openxmlformats.org/drawingml/2006/main" noGrp="1"/>
          </p:cNvSpPr>
          <p:nvPr/>
        </p:nvSpPr>
        <p:spPr>
          <a:xfrm xmlns:a="http://schemas.openxmlformats.org/drawingml/2006/main">
            <a:off x="8096250" y="2667000"/>
            <a:ext cx="0" cy="2190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7" name="">
            <a:extLst xmlns:a="http://schemas.openxmlformats.org/drawingml/2006/main">
              <a:ext uri="{FF2B5EF4-FFF2-40B4-BE49-F238E27FC236}">
                <a16:creationId xmlns:a16="http://schemas.microsoft.com/office/drawing/2014/main" id="{95F1AC2A-74C7-4F58-808C-CA19E5FC29FF}"/>
              </a:ext>
            </a:extLst>
          </p:cNvPr>
          <p:cNvSpPr>
            <a:spLocks xmlns:a="http://schemas.openxmlformats.org/drawingml/2006/main" noGrp="1"/>
          </p:cNvSpPr>
          <p:nvPr/>
        </p:nvSpPr>
        <p:spPr>
          <a:xfrm xmlns:a="http://schemas.openxmlformats.org/drawingml/2006/main">
            <a:off x="1400175" y="2486025"/>
            <a:ext cx="361950" cy="361950"/>
          </a:xfrm>
          <a:prstGeom xmlns:a="http://schemas.openxmlformats.org/drawingml/2006/main" prst="ellipse">
            <a:avLst/>
          </a:prstGeom>
          <a:solidFill xmlns:a="http://schemas.openxmlformats.org/drawingml/2006/main">
            <a:srgbClr val="6D28E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CB3DC7B-CB2D-49A8-8A19-1428776ABF8F}"/>
              </a:ext>
            </a:extLst>
          </p:cNvPr>
          <p:cNvSpPr>
            <a:spLocks xmlns:a="http://schemas.openxmlformats.org/drawingml/2006/main" noGrp="1"/>
          </p:cNvSpPr>
          <p:nvPr/>
        </p:nvSpPr>
        <p:spPr>
          <a:xfrm xmlns:a="http://schemas.openxmlformats.org/drawingml/2006/main">
            <a:off x="1447800" y="254317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R</a:t>
            </a:r>
          </a:p>
        </p:txBody>
      </p:sp>
      <p:sp>
        <p:nvSpPr>
          <p:cNvPr id="19" name="">
            <a:extLst xmlns:a="http://schemas.openxmlformats.org/drawingml/2006/main">
              <a:ext uri="{FF2B5EF4-FFF2-40B4-BE49-F238E27FC236}">
                <a16:creationId xmlns:a16="http://schemas.microsoft.com/office/drawing/2014/main" id="{BA6F085F-BA2E-4B7C-8966-DF903DDD3355}"/>
              </a:ext>
            </a:extLst>
          </p:cNvPr>
          <p:cNvSpPr>
            <a:spLocks xmlns:a="http://schemas.openxmlformats.org/drawingml/2006/main" noGrp="1"/>
          </p:cNvSpPr>
          <p:nvPr/>
        </p:nvSpPr>
        <p:spPr>
          <a:xfrm xmlns:a="http://schemas.openxmlformats.org/drawingml/2006/main">
            <a:off x="5743575" y="2486025"/>
            <a:ext cx="361950" cy="361950"/>
          </a:xfrm>
          <a:prstGeom xmlns:a="http://schemas.openxmlformats.org/drawingml/2006/main" prst="ellipse">
            <a:avLst/>
          </a:prstGeom>
          <a:solidFill xmlns:a="http://schemas.openxmlformats.org/drawingml/2006/main">
            <a:srgbClr val="5B547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3D1875C-9CE7-4B0D-B27B-4C7935C04C10}"/>
              </a:ext>
            </a:extLst>
          </p:cNvPr>
          <p:cNvSpPr>
            <a:spLocks xmlns:a="http://schemas.openxmlformats.org/drawingml/2006/main" noGrp="1"/>
          </p:cNvSpPr>
          <p:nvPr/>
        </p:nvSpPr>
        <p:spPr>
          <a:xfrm xmlns:a="http://schemas.openxmlformats.org/drawingml/2006/main">
            <a:off x="5791200" y="254317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b3</a:t>
            </a:r>
          </a:p>
        </p:txBody>
      </p:sp>
      <p:sp>
        <p:nvSpPr>
          <p:cNvPr id="21" name="">
            <a:extLst xmlns:a="http://schemas.openxmlformats.org/drawingml/2006/main">
              <a:ext uri="{FF2B5EF4-FFF2-40B4-BE49-F238E27FC236}">
                <a16:creationId xmlns:a16="http://schemas.microsoft.com/office/drawing/2014/main" id="{8D78DCA5-32ED-496E-903C-05C291EE68EA}"/>
              </a:ext>
            </a:extLst>
          </p:cNvPr>
          <p:cNvSpPr>
            <a:spLocks xmlns:a="http://schemas.openxmlformats.org/drawingml/2006/main" noGrp="1"/>
          </p:cNvSpPr>
          <p:nvPr/>
        </p:nvSpPr>
        <p:spPr>
          <a:xfrm xmlns:a="http://schemas.openxmlformats.org/drawingml/2006/main">
            <a:off x="1400175" y="2924175"/>
            <a:ext cx="361950" cy="361950"/>
          </a:xfrm>
          <a:prstGeom xmlns:a="http://schemas.openxmlformats.org/drawingml/2006/main" prst="ellipse">
            <a:avLst/>
          </a:prstGeom>
          <a:solidFill xmlns:a="http://schemas.openxmlformats.org/drawingml/2006/main">
            <a:srgbClr val="5B547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B5685CE-C966-4DC0-B14D-B6A05F0D9C72}"/>
              </a:ext>
            </a:extLst>
          </p:cNvPr>
          <p:cNvSpPr>
            <a:spLocks xmlns:a="http://schemas.openxmlformats.org/drawingml/2006/main" noGrp="1"/>
          </p:cNvSpPr>
          <p:nvPr/>
        </p:nvSpPr>
        <p:spPr>
          <a:xfrm xmlns:a="http://schemas.openxmlformats.org/drawingml/2006/main">
            <a:off x="1447800" y="298132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5</a:t>
            </a:r>
          </a:p>
        </p:txBody>
      </p:sp>
      <p:sp>
        <p:nvSpPr>
          <p:cNvPr id="23" name="">
            <a:extLst xmlns:a="http://schemas.openxmlformats.org/drawingml/2006/main">
              <a:ext uri="{FF2B5EF4-FFF2-40B4-BE49-F238E27FC236}">
                <a16:creationId xmlns:a16="http://schemas.microsoft.com/office/drawing/2014/main" id="{02A71562-83C4-48B1-BFE2-FE8A393C2D19}"/>
              </a:ext>
            </a:extLst>
          </p:cNvPr>
          <p:cNvSpPr>
            <a:spLocks xmlns:a="http://schemas.openxmlformats.org/drawingml/2006/main" noGrp="1"/>
          </p:cNvSpPr>
          <p:nvPr/>
        </p:nvSpPr>
        <p:spPr>
          <a:xfrm xmlns:a="http://schemas.openxmlformats.org/drawingml/2006/main">
            <a:off x="5743575" y="2924175"/>
            <a:ext cx="361950" cy="361950"/>
          </a:xfrm>
          <a:prstGeom xmlns:a="http://schemas.openxmlformats.org/drawingml/2006/main" prst="ellipse">
            <a:avLst/>
          </a:prstGeom>
          <a:solidFill xmlns:a="http://schemas.openxmlformats.org/drawingml/2006/main">
            <a:srgbClr val="5B547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A3AD971-B355-496F-B49F-DAD63BC5791E}"/>
              </a:ext>
            </a:extLst>
          </p:cNvPr>
          <p:cNvSpPr>
            <a:spLocks xmlns:a="http://schemas.openxmlformats.org/drawingml/2006/main" noGrp="1"/>
          </p:cNvSpPr>
          <p:nvPr/>
        </p:nvSpPr>
        <p:spPr>
          <a:xfrm xmlns:a="http://schemas.openxmlformats.org/drawingml/2006/main">
            <a:off x="5791200" y="298132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b7</a:t>
            </a:r>
          </a:p>
        </p:txBody>
      </p:sp>
      <p:sp>
        <p:nvSpPr>
          <p:cNvPr id="25" name="">
            <a:extLst xmlns:a="http://schemas.openxmlformats.org/drawingml/2006/main">
              <a:ext uri="{FF2B5EF4-FFF2-40B4-BE49-F238E27FC236}">
                <a16:creationId xmlns:a16="http://schemas.microsoft.com/office/drawing/2014/main" id="{6C0CE830-9D65-454E-A4ED-DCB0484E26B6}"/>
              </a:ext>
            </a:extLst>
          </p:cNvPr>
          <p:cNvSpPr>
            <a:spLocks xmlns:a="http://schemas.openxmlformats.org/drawingml/2006/main" noGrp="1"/>
          </p:cNvSpPr>
          <p:nvPr/>
        </p:nvSpPr>
        <p:spPr>
          <a:xfrm xmlns:a="http://schemas.openxmlformats.org/drawingml/2006/main">
            <a:off x="1400175" y="3362325"/>
            <a:ext cx="361950" cy="361950"/>
          </a:xfrm>
          <a:prstGeom xmlns:a="http://schemas.openxmlformats.org/drawingml/2006/main" prst="ellipse">
            <a:avLst/>
          </a:prstGeom>
          <a:solidFill xmlns:a="http://schemas.openxmlformats.org/drawingml/2006/main">
            <a:srgbClr val="5B547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488FECA-B1A9-48B2-A039-D9A28612148D}"/>
              </a:ext>
            </a:extLst>
          </p:cNvPr>
          <p:cNvSpPr>
            <a:spLocks xmlns:a="http://schemas.openxmlformats.org/drawingml/2006/main" noGrp="1"/>
          </p:cNvSpPr>
          <p:nvPr/>
        </p:nvSpPr>
        <p:spPr>
          <a:xfrm xmlns:a="http://schemas.openxmlformats.org/drawingml/2006/main">
            <a:off x="1447800" y="341947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b3</a:t>
            </a:r>
          </a:p>
        </p:txBody>
      </p:sp>
      <p:sp>
        <p:nvSpPr>
          <p:cNvPr id="27" name="">
            <a:extLst xmlns:a="http://schemas.openxmlformats.org/drawingml/2006/main">
              <a:ext uri="{FF2B5EF4-FFF2-40B4-BE49-F238E27FC236}">
                <a16:creationId xmlns:a16="http://schemas.microsoft.com/office/drawing/2014/main" id="{6E571893-1B62-49B5-BFCB-F5BD4B2158FE}"/>
              </a:ext>
            </a:extLst>
          </p:cNvPr>
          <p:cNvSpPr>
            <a:spLocks xmlns:a="http://schemas.openxmlformats.org/drawingml/2006/main" noGrp="1"/>
          </p:cNvSpPr>
          <p:nvPr/>
        </p:nvSpPr>
        <p:spPr>
          <a:xfrm xmlns:a="http://schemas.openxmlformats.org/drawingml/2006/main">
            <a:off x="4295775" y="3362325"/>
            <a:ext cx="361950" cy="361950"/>
          </a:xfrm>
          <a:prstGeom xmlns:a="http://schemas.openxmlformats.org/drawingml/2006/main" prst="ellipse">
            <a:avLst/>
          </a:prstGeom>
          <a:solidFill xmlns:a="http://schemas.openxmlformats.org/drawingml/2006/main">
            <a:srgbClr val="5B547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E32220F-7F81-4015-B5DA-8E697C3A073E}"/>
              </a:ext>
            </a:extLst>
          </p:cNvPr>
          <p:cNvSpPr>
            <a:spLocks xmlns:a="http://schemas.openxmlformats.org/drawingml/2006/main" noGrp="1"/>
          </p:cNvSpPr>
          <p:nvPr/>
        </p:nvSpPr>
        <p:spPr>
          <a:xfrm xmlns:a="http://schemas.openxmlformats.org/drawingml/2006/main">
            <a:off x="4343400" y="341947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4</a:t>
            </a:r>
          </a:p>
        </p:txBody>
      </p:sp>
      <p:sp>
        <p:nvSpPr>
          <p:cNvPr id="29" name="">
            <a:extLst xmlns:a="http://schemas.openxmlformats.org/drawingml/2006/main">
              <a:ext uri="{FF2B5EF4-FFF2-40B4-BE49-F238E27FC236}">
                <a16:creationId xmlns:a16="http://schemas.microsoft.com/office/drawing/2014/main" id="{7386DBD0-765F-4A82-84BF-110441868E9E}"/>
              </a:ext>
            </a:extLst>
          </p:cNvPr>
          <p:cNvSpPr>
            <a:spLocks xmlns:a="http://schemas.openxmlformats.org/drawingml/2006/main" noGrp="1"/>
          </p:cNvSpPr>
          <p:nvPr/>
        </p:nvSpPr>
        <p:spPr>
          <a:xfrm xmlns:a="http://schemas.openxmlformats.org/drawingml/2006/main">
            <a:off x="1400175" y="3800475"/>
            <a:ext cx="361950" cy="361950"/>
          </a:xfrm>
          <a:prstGeom xmlns:a="http://schemas.openxmlformats.org/drawingml/2006/main" prst="ellipse">
            <a:avLst/>
          </a:prstGeom>
          <a:solidFill xmlns:a="http://schemas.openxmlformats.org/drawingml/2006/main">
            <a:srgbClr val="5B547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43D0634-AF99-45BF-A7F0-46E3BC411612}"/>
              </a:ext>
            </a:extLst>
          </p:cNvPr>
          <p:cNvSpPr>
            <a:spLocks xmlns:a="http://schemas.openxmlformats.org/drawingml/2006/main" noGrp="1"/>
          </p:cNvSpPr>
          <p:nvPr/>
        </p:nvSpPr>
        <p:spPr>
          <a:xfrm xmlns:a="http://schemas.openxmlformats.org/drawingml/2006/main">
            <a:off x="1447800" y="385762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b7</a:t>
            </a:r>
          </a:p>
        </p:txBody>
      </p:sp>
      <p:sp>
        <p:nvSpPr>
          <p:cNvPr id="31" name="">
            <a:extLst xmlns:a="http://schemas.openxmlformats.org/drawingml/2006/main">
              <a:ext uri="{FF2B5EF4-FFF2-40B4-BE49-F238E27FC236}">
                <a16:creationId xmlns:a16="http://schemas.microsoft.com/office/drawing/2014/main" id="{FDC96F9F-B39C-4D49-801E-5CC5579BA4FE}"/>
              </a:ext>
            </a:extLst>
          </p:cNvPr>
          <p:cNvSpPr>
            <a:spLocks xmlns:a="http://schemas.openxmlformats.org/drawingml/2006/main" noGrp="1"/>
          </p:cNvSpPr>
          <p:nvPr/>
        </p:nvSpPr>
        <p:spPr>
          <a:xfrm xmlns:a="http://schemas.openxmlformats.org/drawingml/2006/main">
            <a:off x="4295775" y="3800475"/>
            <a:ext cx="361950" cy="361950"/>
          </a:xfrm>
          <a:prstGeom xmlns:a="http://schemas.openxmlformats.org/drawingml/2006/main" prst="ellipse">
            <a:avLst/>
          </a:prstGeom>
          <a:solidFill xmlns:a="http://schemas.openxmlformats.org/drawingml/2006/main">
            <a:srgbClr val="6D28E0"/>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F7DA7AE-0985-429A-9AEF-48E595B5DA20}"/>
              </a:ext>
            </a:extLst>
          </p:cNvPr>
          <p:cNvSpPr>
            <a:spLocks xmlns:a="http://schemas.openxmlformats.org/drawingml/2006/main" noGrp="1"/>
          </p:cNvSpPr>
          <p:nvPr/>
        </p:nvSpPr>
        <p:spPr>
          <a:xfrm xmlns:a="http://schemas.openxmlformats.org/drawingml/2006/main">
            <a:off x="4343400" y="385762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R</a:t>
            </a:r>
          </a:p>
        </p:txBody>
      </p:sp>
      <p:sp>
        <p:nvSpPr>
          <p:cNvPr id="33" name="">
            <a:extLst xmlns:a="http://schemas.openxmlformats.org/drawingml/2006/main">
              <a:ext uri="{FF2B5EF4-FFF2-40B4-BE49-F238E27FC236}">
                <a16:creationId xmlns:a16="http://schemas.microsoft.com/office/drawing/2014/main" id="{87922E7C-7F7D-4F57-8CCB-26A9281C2A1A}"/>
              </a:ext>
            </a:extLst>
          </p:cNvPr>
          <p:cNvSpPr>
            <a:spLocks xmlns:a="http://schemas.openxmlformats.org/drawingml/2006/main" noGrp="1"/>
          </p:cNvSpPr>
          <p:nvPr/>
        </p:nvSpPr>
        <p:spPr>
          <a:xfrm xmlns:a="http://schemas.openxmlformats.org/drawingml/2006/main">
            <a:off x="1400175" y="4238625"/>
            <a:ext cx="361950" cy="361950"/>
          </a:xfrm>
          <a:prstGeom xmlns:a="http://schemas.openxmlformats.org/drawingml/2006/main" prst="ellipse">
            <a:avLst/>
          </a:prstGeom>
          <a:solidFill xmlns:a="http://schemas.openxmlformats.org/drawingml/2006/main">
            <a:srgbClr val="5B547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50FEF66-D264-40F2-8AC6-985DB23C6284}"/>
              </a:ext>
            </a:extLst>
          </p:cNvPr>
          <p:cNvSpPr>
            <a:spLocks xmlns:a="http://schemas.openxmlformats.org/drawingml/2006/main" noGrp="1"/>
          </p:cNvSpPr>
          <p:nvPr/>
        </p:nvSpPr>
        <p:spPr>
          <a:xfrm xmlns:a="http://schemas.openxmlformats.org/drawingml/2006/main">
            <a:off x="1447800" y="429577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4</a:t>
            </a:r>
          </a:p>
        </p:txBody>
      </p:sp>
      <p:sp>
        <p:nvSpPr>
          <p:cNvPr id="35" name="">
            <a:extLst xmlns:a="http://schemas.openxmlformats.org/drawingml/2006/main">
              <a:ext uri="{FF2B5EF4-FFF2-40B4-BE49-F238E27FC236}">
                <a16:creationId xmlns:a16="http://schemas.microsoft.com/office/drawing/2014/main" id="{FA071CAD-F0EB-4D89-AC47-905C5C86CA7A}"/>
              </a:ext>
            </a:extLst>
          </p:cNvPr>
          <p:cNvSpPr>
            <a:spLocks xmlns:a="http://schemas.openxmlformats.org/drawingml/2006/main" noGrp="1"/>
          </p:cNvSpPr>
          <p:nvPr/>
        </p:nvSpPr>
        <p:spPr>
          <a:xfrm xmlns:a="http://schemas.openxmlformats.org/drawingml/2006/main">
            <a:off x="4295775" y="4238625"/>
            <a:ext cx="361950" cy="361950"/>
          </a:xfrm>
          <a:prstGeom xmlns:a="http://schemas.openxmlformats.org/drawingml/2006/main" prst="ellipse">
            <a:avLst/>
          </a:prstGeom>
          <a:solidFill xmlns:a="http://schemas.openxmlformats.org/drawingml/2006/main">
            <a:srgbClr val="5B5470"/>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07E6246-A346-41D1-A56C-C995974CDBF0}"/>
              </a:ext>
            </a:extLst>
          </p:cNvPr>
          <p:cNvSpPr>
            <a:spLocks xmlns:a="http://schemas.openxmlformats.org/drawingml/2006/main" noGrp="1"/>
          </p:cNvSpPr>
          <p:nvPr/>
        </p:nvSpPr>
        <p:spPr>
          <a:xfrm xmlns:a="http://schemas.openxmlformats.org/drawingml/2006/main">
            <a:off x="4343400" y="429577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5</a:t>
            </a:r>
          </a:p>
        </p:txBody>
      </p:sp>
      <p:sp>
        <p:nvSpPr>
          <p:cNvPr id="37" name="">
            <a:extLst xmlns:a="http://schemas.openxmlformats.org/drawingml/2006/main">
              <a:ext uri="{FF2B5EF4-FFF2-40B4-BE49-F238E27FC236}">
                <a16:creationId xmlns:a16="http://schemas.microsoft.com/office/drawing/2014/main" id="{B486601E-5993-42C0-9F2A-3C1D0D105B40}"/>
              </a:ext>
            </a:extLst>
          </p:cNvPr>
          <p:cNvSpPr>
            <a:spLocks xmlns:a="http://schemas.openxmlformats.org/drawingml/2006/main" noGrp="1"/>
          </p:cNvSpPr>
          <p:nvPr/>
        </p:nvSpPr>
        <p:spPr>
          <a:xfrm xmlns:a="http://schemas.openxmlformats.org/drawingml/2006/main">
            <a:off x="1400175" y="4676775"/>
            <a:ext cx="361950" cy="361950"/>
          </a:xfrm>
          <a:prstGeom xmlns:a="http://schemas.openxmlformats.org/drawingml/2006/main" prst="ellipse">
            <a:avLst/>
          </a:prstGeom>
          <a:solidFill xmlns:a="http://schemas.openxmlformats.org/drawingml/2006/main">
            <a:srgbClr val="6D28E0"/>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8137E57-6DC7-4C17-AA77-514E75A258EB}"/>
              </a:ext>
            </a:extLst>
          </p:cNvPr>
          <p:cNvSpPr>
            <a:spLocks xmlns:a="http://schemas.openxmlformats.org/drawingml/2006/main" noGrp="1"/>
          </p:cNvSpPr>
          <p:nvPr/>
        </p:nvSpPr>
        <p:spPr>
          <a:xfrm xmlns:a="http://schemas.openxmlformats.org/drawingml/2006/main">
            <a:off x="1447800" y="473392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R</a:t>
            </a:r>
          </a:p>
        </p:txBody>
      </p:sp>
      <p:sp>
        <p:nvSpPr>
          <p:cNvPr id="39" name="">
            <a:extLst xmlns:a="http://schemas.openxmlformats.org/drawingml/2006/main">
              <a:ext uri="{FF2B5EF4-FFF2-40B4-BE49-F238E27FC236}">
                <a16:creationId xmlns:a16="http://schemas.microsoft.com/office/drawing/2014/main" id="{D1F7E5DC-27DA-412E-A3B0-59018893216E}"/>
              </a:ext>
            </a:extLst>
          </p:cNvPr>
          <p:cNvSpPr>
            <a:spLocks xmlns:a="http://schemas.openxmlformats.org/drawingml/2006/main" noGrp="1"/>
          </p:cNvSpPr>
          <p:nvPr/>
        </p:nvSpPr>
        <p:spPr>
          <a:xfrm xmlns:a="http://schemas.openxmlformats.org/drawingml/2006/main">
            <a:off x="5743575" y="4676775"/>
            <a:ext cx="361950" cy="361950"/>
          </a:xfrm>
          <a:prstGeom xmlns:a="http://schemas.openxmlformats.org/drawingml/2006/main" prst="ellipse">
            <a:avLst/>
          </a:prstGeom>
          <a:solidFill xmlns:a="http://schemas.openxmlformats.org/drawingml/2006/main">
            <a:srgbClr val="5B5470"/>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B7F593F-38EE-4212-9EA8-73C105638E28}"/>
              </a:ext>
            </a:extLst>
          </p:cNvPr>
          <p:cNvSpPr>
            <a:spLocks xmlns:a="http://schemas.openxmlformats.org/drawingml/2006/main" noGrp="1"/>
          </p:cNvSpPr>
          <p:nvPr/>
        </p:nvSpPr>
        <p:spPr>
          <a:xfrm xmlns:a="http://schemas.openxmlformats.org/drawingml/2006/main">
            <a:off x="5791200" y="4733925"/>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b3</a:t>
            </a:r>
          </a:p>
        </p:txBody>
      </p:sp>
      <p:sp>
        <p:nvSpPr>
          <p:cNvPr id="41" name="">
            <a:extLst xmlns:a="http://schemas.openxmlformats.org/drawingml/2006/main">
              <a:ext uri="{FF2B5EF4-FFF2-40B4-BE49-F238E27FC236}">
                <a16:creationId xmlns:a16="http://schemas.microsoft.com/office/drawing/2014/main" id="{042ACBD3-91D9-4E63-A90C-A11AAD431408}"/>
              </a:ext>
            </a:extLst>
          </p:cNvPr>
          <p:cNvSpPr>
            <a:spLocks xmlns:a="http://schemas.openxmlformats.org/drawingml/2006/main" noGrp="1"/>
          </p:cNvSpPr>
          <p:nvPr/>
        </p:nvSpPr>
        <p:spPr>
          <a:xfrm xmlns:a="http://schemas.openxmlformats.org/drawingml/2006/main">
            <a:off x="1436370" y="5067300"/>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B5470"/>
                </a:solidFill>
              </a:defRPr>
            </a:defPPr>
          </a:lstStyle>
          <a:p xmlns:a="http://schemas.openxmlformats.org/drawingml/2006/main">
            <a:pPr>
              <a:defRPr sz="1500" b="0">
                <a:solidFill>
                  <a:srgbClr val="5B5470"/>
                </a:solidFill>
              </a:defRPr>
            </a:pPr>
            <a:r>
              <a:rPr sz="1500" b="0">
                <a:solidFill>
                  <a:srgbClr val="5B5470"/>
                </a:solidFill>
              </a:rPr>
              <a:t>5</a:t>
            </a:r>
          </a:p>
        </p:txBody>
      </p:sp>
      <p:sp>
        <p:nvSpPr>
          <p:cNvPr id="42" name="">
            <a:extLst xmlns:a="http://schemas.openxmlformats.org/drawingml/2006/main">
              <a:ext uri="{FF2B5EF4-FFF2-40B4-BE49-F238E27FC236}">
                <a16:creationId xmlns:a16="http://schemas.microsoft.com/office/drawing/2014/main" id="{532FD92A-BFA7-4583-9222-BEBC61D80651}"/>
              </a:ext>
            </a:extLst>
          </p:cNvPr>
          <p:cNvSpPr>
            <a:spLocks xmlns:a="http://schemas.openxmlformats.org/drawingml/2006/main" noGrp="1"/>
          </p:cNvSpPr>
          <p:nvPr/>
        </p:nvSpPr>
        <p:spPr>
          <a:xfrm xmlns:a="http://schemas.openxmlformats.org/drawingml/2006/main">
            <a:off x="2884170" y="5067300"/>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B5470"/>
                </a:solidFill>
              </a:defRPr>
            </a:defPPr>
          </a:lstStyle>
          <a:p xmlns:a="http://schemas.openxmlformats.org/drawingml/2006/main">
            <a:pPr>
              <a:defRPr sz="1500" b="0">
                <a:solidFill>
                  <a:srgbClr val="5B5470"/>
                </a:solidFill>
              </a:defRPr>
            </a:pPr>
            <a:r>
              <a:rPr sz="1500" b="0">
                <a:solidFill>
                  <a:srgbClr val="5B5470"/>
                </a:solidFill>
              </a:rPr>
              <a:t>6</a:t>
            </a:r>
          </a:p>
        </p:txBody>
      </p:sp>
      <p:sp>
        <p:nvSpPr>
          <p:cNvPr id="43" name="">
            <a:extLst xmlns:a="http://schemas.openxmlformats.org/drawingml/2006/main">
              <a:ext uri="{FF2B5EF4-FFF2-40B4-BE49-F238E27FC236}">
                <a16:creationId xmlns:a16="http://schemas.microsoft.com/office/drawing/2014/main" id="{5F70AB1D-9445-4CC7-BFD2-6243F309A24E}"/>
              </a:ext>
            </a:extLst>
          </p:cNvPr>
          <p:cNvSpPr>
            <a:spLocks xmlns:a="http://schemas.openxmlformats.org/drawingml/2006/main" noGrp="1"/>
          </p:cNvSpPr>
          <p:nvPr/>
        </p:nvSpPr>
        <p:spPr>
          <a:xfrm xmlns:a="http://schemas.openxmlformats.org/drawingml/2006/main">
            <a:off x="4331970" y="5067300"/>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B5470"/>
                </a:solidFill>
              </a:defRPr>
            </a:defPPr>
          </a:lstStyle>
          <a:p xmlns:a="http://schemas.openxmlformats.org/drawingml/2006/main">
            <a:pPr>
              <a:defRPr sz="1500" b="0">
                <a:solidFill>
                  <a:srgbClr val="5B5470"/>
                </a:solidFill>
              </a:defRPr>
            </a:pPr>
            <a:r>
              <a:rPr sz="1500" b="0">
                <a:solidFill>
                  <a:srgbClr val="5B5470"/>
                </a:solidFill>
              </a:rPr>
              <a:t>7</a:t>
            </a:r>
          </a:p>
        </p:txBody>
      </p:sp>
      <p:sp>
        <p:nvSpPr>
          <p:cNvPr id="44" name="">
            <a:extLst xmlns:a="http://schemas.openxmlformats.org/drawingml/2006/main">
              <a:ext uri="{FF2B5EF4-FFF2-40B4-BE49-F238E27FC236}">
                <a16:creationId xmlns:a16="http://schemas.microsoft.com/office/drawing/2014/main" id="{005ED7FA-CB4F-4BE5-BAB2-936BEA615FBC}"/>
              </a:ext>
            </a:extLst>
          </p:cNvPr>
          <p:cNvSpPr>
            <a:spLocks xmlns:a="http://schemas.openxmlformats.org/drawingml/2006/main" noGrp="1"/>
          </p:cNvSpPr>
          <p:nvPr/>
        </p:nvSpPr>
        <p:spPr>
          <a:xfrm xmlns:a="http://schemas.openxmlformats.org/drawingml/2006/main">
            <a:off x="5779770" y="5067300"/>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B5470"/>
                </a:solidFill>
              </a:defRPr>
            </a:defPPr>
          </a:lstStyle>
          <a:p xmlns:a="http://schemas.openxmlformats.org/drawingml/2006/main">
            <a:pPr>
              <a:defRPr sz="1500" b="0">
                <a:solidFill>
                  <a:srgbClr val="5B5470"/>
                </a:solidFill>
              </a:defRPr>
            </a:pPr>
            <a:r>
              <a:rPr sz="1500" b="0">
                <a:solidFill>
                  <a:srgbClr val="5B5470"/>
                </a:solidFill>
              </a:rPr>
              <a:t>8</a:t>
            </a:r>
          </a:p>
        </p:txBody>
      </p:sp>
      <p:sp>
        <p:nvSpPr>
          <p:cNvPr id="45" name="">
            <a:extLst xmlns:a="http://schemas.openxmlformats.org/drawingml/2006/main">
              <a:ext uri="{FF2B5EF4-FFF2-40B4-BE49-F238E27FC236}">
                <a16:creationId xmlns:a16="http://schemas.microsoft.com/office/drawing/2014/main" id="{FB3E996E-C4B7-4580-BF25-EAD8603C79D5}"/>
              </a:ext>
            </a:extLst>
          </p:cNvPr>
          <p:cNvSpPr>
            <a:spLocks xmlns:a="http://schemas.openxmlformats.org/drawingml/2006/main" noGrp="1"/>
          </p:cNvSpPr>
          <p:nvPr/>
        </p:nvSpPr>
        <p:spPr>
          <a:xfrm xmlns:a="http://schemas.openxmlformats.org/drawingml/2006/main">
            <a:off x="7227570" y="5067300"/>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B5470"/>
                </a:solidFill>
              </a:defRPr>
            </a:defPPr>
          </a:lstStyle>
          <a:p xmlns:a="http://schemas.openxmlformats.org/drawingml/2006/main">
            <a:pPr>
              <a:defRPr sz="1500" b="0">
                <a:solidFill>
                  <a:srgbClr val="5B5470"/>
                </a:solidFill>
              </a:defRPr>
            </a:pPr>
            <a:r>
              <a:rPr sz="1500" b="0">
                <a:solidFill>
                  <a:srgbClr val="5B5470"/>
                </a:solidFill>
              </a:rPr>
              <a:t>9</a:t>
            </a:r>
          </a:p>
        </p:txBody>
      </p:sp>
      <p:sp>
        <p:nvSpPr>
          <p:cNvPr id="46" name="">
            <a:extLst xmlns:a="http://schemas.openxmlformats.org/drawingml/2006/main">
              <a:ext uri="{FF2B5EF4-FFF2-40B4-BE49-F238E27FC236}">
                <a16:creationId xmlns:a16="http://schemas.microsoft.com/office/drawing/2014/main" id="{B88BFEDC-4DD7-4DED-A646-2DEF51EC8BC1}"/>
              </a:ext>
            </a:extLst>
          </p:cNvPr>
          <p:cNvSpPr>
            <a:spLocks xmlns:a="http://schemas.openxmlformats.org/drawingml/2006/main" noGrp="1"/>
          </p:cNvSpPr>
          <p:nvPr/>
        </p:nvSpPr>
        <p:spPr>
          <a:xfrm xmlns:a="http://schemas.openxmlformats.org/drawingml/2006/main">
            <a:off x="8953500" y="2743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6D28E0"/>
                </a:solidFill>
              </a:defRPr>
            </a:defPPr>
          </a:lstStyle>
          <a:p xmlns:a="http://schemas.openxmlformats.org/drawingml/2006/main">
            <a:pPr>
              <a:defRPr sz="2400" b="1">
                <a:solidFill>
                  <a:srgbClr val="6D28E0"/>
                </a:solidFill>
              </a:defRPr>
            </a:pPr>
            <a:r>
              <a:rPr sz="2400" b="1">
                <a:solidFill>
                  <a:srgbClr val="6D28E0"/>
                </a:solidFill>
              </a:rPr>
              <a:t>A minor</a:t>
            </a:r>
          </a:p>
        </p:txBody>
      </p:sp>
      <p:sp>
        <p:nvSpPr>
          <p:cNvPr id="47" name="">
            <a:extLst xmlns:a="http://schemas.openxmlformats.org/drawingml/2006/main">
              <a:ext uri="{FF2B5EF4-FFF2-40B4-BE49-F238E27FC236}">
                <a16:creationId xmlns:a16="http://schemas.microsoft.com/office/drawing/2014/main" id="{19AC906A-3472-4617-8F61-A56E8112B177}"/>
              </a:ext>
            </a:extLst>
          </p:cNvPr>
          <p:cNvSpPr>
            <a:spLocks xmlns:a="http://schemas.openxmlformats.org/drawingml/2006/main" noGrp="1"/>
          </p:cNvSpPr>
          <p:nvPr/>
        </p:nvSpPr>
        <p:spPr>
          <a:xfrm xmlns:a="http://schemas.openxmlformats.org/drawingml/2006/main">
            <a:off x="8953500" y="3409950"/>
            <a:ext cx="247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A1633"/>
                </a:solidFill>
              </a:defRPr>
            </a:defPPr>
          </a:lstStyle>
          <a:p xmlns:a="http://schemas.openxmlformats.org/drawingml/2006/main">
            <a:pPr>
              <a:defRPr sz="2100" b="0">
                <a:solidFill>
                  <a:srgbClr val="1A1633"/>
                </a:solidFill>
              </a:defRPr>
            </a:pPr>
            <a:r>
              <a:rPr sz="2100" b="0">
                <a:solidFill>
                  <a:srgbClr val="1A1633"/>
                </a:solidFill>
              </a:rPr>
              <a:t>[What the highlighted notes show]</a:t>
            </a:r>
          </a:p>
        </p:txBody>
      </p:sp>
      <p:sp>
        <p:nvSpPr>
          <p:cNvPr id="48" name="">
            <a:extLst xmlns:a="http://schemas.openxmlformats.org/drawingml/2006/main">
              <a:ext uri="{FF2B5EF4-FFF2-40B4-BE49-F238E27FC236}">
                <a16:creationId xmlns:a16="http://schemas.microsoft.com/office/drawing/2014/main" id="{300C9132-B6A9-42EC-B4FA-C0C17E6A61E4}"/>
              </a:ext>
            </a:extLst>
          </p:cNvPr>
          <p:cNvSpPr>
            <a:spLocks xmlns:a="http://schemas.openxmlformats.org/drawingml/2006/main" noGrp="1"/>
          </p:cNvSpPr>
          <p:nvPr/>
        </p:nvSpPr>
        <p:spPr>
          <a:xfrm xmlns:a="http://schemas.openxmlformats.org/drawingml/2006/main">
            <a:off x="8953500" y="504825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5470"/>
                </a:solidFill>
              </a:defRPr>
            </a:defPPr>
          </a:lstStyle>
          <a:p xmlns:a="http://schemas.openxmlformats.org/drawingml/2006/main">
            <a:pPr>
              <a:defRPr sz="1800" b="0">
                <a:solidFill>
                  <a:srgbClr val="5B5470"/>
                </a:solidFill>
              </a:defRPr>
            </a:pPr>
            <a:r>
              <a:rPr sz="1800" b="0">
                <a:solidFill>
                  <a:srgbClr val="5B5470"/>
                </a:solidFill>
              </a:rPr>
              <a:t>Instrument: [name]</a:t>
            </a:r>
          </a:p>
          <a:p xmlns:a="http://schemas.openxmlformats.org/drawingml/2006/main">
            <a:pPr>
              <a:defRPr sz="1800" b="0">
                <a:solidFill>
                  <a:srgbClr val="5B5470"/>
                </a:solidFill>
              </a:defRPr>
            </a:pPr>
            <a:r>
              <a:rPr sz="1800" b="0">
                <a:solidFill>
                  <a:srgbClr val="5B5470"/>
                </a:solidFill>
              </a:rPr>
              <a:t>Tuning: [notes]</a:t>
            </a:r>
          </a:p>
        </p:txBody>
      </p:sp>
    </p:spTree>
    <p:extLst>
      <p:ext uri="{BB962C8B-B14F-4D97-AF65-F5344CB8AC3E}">
        <p14:creationId xmlns:p14="http://schemas.microsoft.com/office/powerpoint/2010/main" val="1195087186"/>
      </p:ext>
    </p:extLst>
  </p:cSld>
</p:sld>
</file>

<file path=ppt/slides/slide20.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D3E9BAD2-4297-4052-B5A0-50D213F0B0D2}"/>
              </a:ext>
            </a:extLst>
          </p:cNvPr>
          <p:cNvPicPr>
            <a:picLocks xmlns:a="http://schemas.openxmlformats.org/drawingml/2006/main" noChangeAspect="1"/>
          </p:cNvPicPr>
          <p:nvPr/>
        </p:nvPicPr>
        <p:blipFill>
          <a:blip xmlns:r="http://schemas.openxmlformats.org/officeDocument/2006/relationships" xmlns:a="http://schemas.openxmlformats.org/drawingml/2006/main" r:embed="Rf1c605b93ab34253"/>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26DA66-2267-4793-B455-9BB9B9387497}"/>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63A22E7B-CC4A-4F82-AA59-D78B1C10F34E}"/>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20</a:t>
            </a:r>
          </a:p>
        </p:txBody>
      </p:sp>
      <p:sp>
        <p:nvSpPr>
          <p:cNvPr id="4" name="">
            <a:extLst xmlns:a="http://schemas.openxmlformats.org/drawingml/2006/main">
              <a:ext uri="{FF2B5EF4-FFF2-40B4-BE49-F238E27FC236}">
                <a16:creationId xmlns:a16="http://schemas.microsoft.com/office/drawing/2014/main" id="{AAA51A42-4B2C-4A90-96A5-78A9F5CD63D9}"/>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 chord shape in context</a:t>
            </a:r>
          </a:p>
        </p:txBody>
      </p:sp>
      <p:sp>
        <p:nvSpPr>
          <p:cNvPr id="5" name="">
            <a:extLst xmlns:a="http://schemas.openxmlformats.org/drawingml/2006/main">
              <a:ext uri="{FF2B5EF4-FFF2-40B4-BE49-F238E27FC236}">
                <a16:creationId xmlns:a16="http://schemas.microsoft.com/office/drawing/2014/main" id="{6A13EA51-521B-4BB8-806B-51109A9A1D9D}"/>
              </a:ext>
            </a:extLst>
          </p:cNvPr>
          <p:cNvSpPr>
            <a:spLocks xmlns:a="http://schemas.openxmlformats.org/drawingml/2006/main" noGrp="1"/>
          </p:cNvSpPr>
          <p:nvPr/>
        </p:nvSpPr>
        <p:spPr>
          <a:xfrm xmlns:a="http://schemas.openxmlformats.org/drawingml/2006/main">
            <a:off x="1714500" y="2571750"/>
            <a:ext cx="0" cy="2571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6" name="">
            <a:extLst xmlns:a="http://schemas.openxmlformats.org/drawingml/2006/main">
              <a:ext uri="{FF2B5EF4-FFF2-40B4-BE49-F238E27FC236}">
                <a16:creationId xmlns:a16="http://schemas.microsoft.com/office/drawing/2014/main" id="{679E4F80-44E4-4982-9D25-74470689F30B}"/>
              </a:ext>
            </a:extLst>
          </p:cNvPr>
          <p:cNvSpPr>
            <a:spLocks xmlns:a="http://schemas.openxmlformats.org/drawingml/2006/main" noGrp="1"/>
          </p:cNvSpPr>
          <p:nvPr/>
        </p:nvSpPr>
        <p:spPr>
          <a:xfrm xmlns:a="http://schemas.openxmlformats.org/drawingml/2006/main">
            <a:off x="2286000" y="2571750"/>
            <a:ext cx="0" cy="2571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7" name="">
            <a:extLst xmlns:a="http://schemas.openxmlformats.org/drawingml/2006/main">
              <a:ext uri="{FF2B5EF4-FFF2-40B4-BE49-F238E27FC236}">
                <a16:creationId xmlns:a16="http://schemas.microsoft.com/office/drawing/2014/main" id="{ADE4663B-FE91-4899-92CD-65887219D7F8}"/>
              </a:ext>
            </a:extLst>
          </p:cNvPr>
          <p:cNvSpPr>
            <a:spLocks xmlns:a="http://schemas.openxmlformats.org/drawingml/2006/main" noGrp="1"/>
          </p:cNvSpPr>
          <p:nvPr/>
        </p:nvSpPr>
        <p:spPr>
          <a:xfrm xmlns:a="http://schemas.openxmlformats.org/drawingml/2006/main">
            <a:off x="2857500" y="2571750"/>
            <a:ext cx="0" cy="2571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8" name="">
            <a:extLst xmlns:a="http://schemas.openxmlformats.org/drawingml/2006/main">
              <a:ext uri="{FF2B5EF4-FFF2-40B4-BE49-F238E27FC236}">
                <a16:creationId xmlns:a16="http://schemas.microsoft.com/office/drawing/2014/main" id="{9E0D7A0F-83DB-4D48-B073-D96E5ED09A98}"/>
              </a:ext>
            </a:extLst>
          </p:cNvPr>
          <p:cNvSpPr>
            <a:spLocks xmlns:a="http://schemas.openxmlformats.org/drawingml/2006/main" noGrp="1"/>
          </p:cNvSpPr>
          <p:nvPr/>
        </p:nvSpPr>
        <p:spPr>
          <a:xfrm xmlns:a="http://schemas.openxmlformats.org/drawingml/2006/main">
            <a:off x="3429000" y="2571750"/>
            <a:ext cx="0" cy="2571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9" name="">
            <a:extLst xmlns:a="http://schemas.openxmlformats.org/drawingml/2006/main">
              <a:ext uri="{FF2B5EF4-FFF2-40B4-BE49-F238E27FC236}">
                <a16:creationId xmlns:a16="http://schemas.microsoft.com/office/drawing/2014/main" id="{39040242-696A-4492-ABFE-977E309B9989}"/>
              </a:ext>
            </a:extLst>
          </p:cNvPr>
          <p:cNvSpPr>
            <a:spLocks xmlns:a="http://schemas.openxmlformats.org/drawingml/2006/main" noGrp="1"/>
          </p:cNvSpPr>
          <p:nvPr/>
        </p:nvSpPr>
        <p:spPr>
          <a:xfrm xmlns:a="http://schemas.openxmlformats.org/drawingml/2006/main">
            <a:off x="4000500" y="2571750"/>
            <a:ext cx="0" cy="2571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0" name="">
            <a:extLst xmlns:a="http://schemas.openxmlformats.org/drawingml/2006/main">
              <a:ext uri="{FF2B5EF4-FFF2-40B4-BE49-F238E27FC236}">
                <a16:creationId xmlns:a16="http://schemas.microsoft.com/office/drawing/2014/main" id="{1B25A79F-2829-4B91-A6E7-07D2672A351E}"/>
              </a:ext>
            </a:extLst>
          </p:cNvPr>
          <p:cNvSpPr>
            <a:spLocks xmlns:a="http://schemas.openxmlformats.org/drawingml/2006/main" noGrp="1"/>
          </p:cNvSpPr>
          <p:nvPr/>
        </p:nvSpPr>
        <p:spPr>
          <a:xfrm xmlns:a="http://schemas.openxmlformats.org/drawingml/2006/main">
            <a:off x="4572000" y="2571750"/>
            <a:ext cx="0" cy="257175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1" name="">
            <a:extLst xmlns:a="http://schemas.openxmlformats.org/drawingml/2006/main">
              <a:ext uri="{FF2B5EF4-FFF2-40B4-BE49-F238E27FC236}">
                <a16:creationId xmlns:a16="http://schemas.microsoft.com/office/drawing/2014/main" id="{1636F481-E40E-4507-98A3-B76881E1C3CF}"/>
              </a:ext>
            </a:extLst>
          </p:cNvPr>
          <p:cNvSpPr>
            <a:spLocks xmlns:a="http://schemas.openxmlformats.org/drawingml/2006/main" noGrp="1"/>
          </p:cNvSpPr>
          <p:nvPr/>
        </p:nvSpPr>
        <p:spPr>
          <a:xfrm xmlns:a="http://schemas.openxmlformats.org/drawingml/2006/main">
            <a:off x="1714500" y="2571750"/>
            <a:ext cx="2857500" cy="0"/>
          </a:xfrm>
          <a:prstGeom xmlns:a="http://schemas.openxmlformats.org/drawingml/2006/main" prst="line">
            <a:avLst/>
          </a:prstGeom>
          <a:noFill xmlns:a="http://schemas.openxmlformats.org/drawingml/2006/main"/>
          <a:ln xmlns:a="http://schemas.openxmlformats.org/drawingml/2006/main" w="57150">
            <a:solidFill>
              <a:srgbClr val="5B5470"/>
            </a:solidFill>
          </a:ln>
        </p:spPr>
      </p:sp>
      <p:sp>
        <p:nvSpPr>
          <p:cNvPr id="12" name="">
            <a:extLst xmlns:a="http://schemas.openxmlformats.org/drawingml/2006/main">
              <a:ext uri="{FF2B5EF4-FFF2-40B4-BE49-F238E27FC236}">
                <a16:creationId xmlns:a16="http://schemas.microsoft.com/office/drawing/2014/main" id="{BC55472C-4FA6-465F-87DB-6441E1ED1BA0}"/>
              </a:ext>
            </a:extLst>
          </p:cNvPr>
          <p:cNvSpPr>
            <a:spLocks xmlns:a="http://schemas.openxmlformats.org/drawingml/2006/main" noGrp="1"/>
          </p:cNvSpPr>
          <p:nvPr/>
        </p:nvSpPr>
        <p:spPr>
          <a:xfrm xmlns:a="http://schemas.openxmlformats.org/drawingml/2006/main">
            <a:off x="1714500" y="3214688"/>
            <a:ext cx="2857500" cy="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3" name="">
            <a:extLst xmlns:a="http://schemas.openxmlformats.org/drawingml/2006/main">
              <a:ext uri="{FF2B5EF4-FFF2-40B4-BE49-F238E27FC236}">
                <a16:creationId xmlns:a16="http://schemas.microsoft.com/office/drawing/2014/main" id="{D01F7E87-920F-45FE-81F7-CB54423B48FC}"/>
              </a:ext>
            </a:extLst>
          </p:cNvPr>
          <p:cNvSpPr>
            <a:spLocks xmlns:a="http://schemas.openxmlformats.org/drawingml/2006/main" noGrp="1"/>
          </p:cNvSpPr>
          <p:nvPr/>
        </p:nvSpPr>
        <p:spPr>
          <a:xfrm xmlns:a="http://schemas.openxmlformats.org/drawingml/2006/main">
            <a:off x="1714500" y="3857625"/>
            <a:ext cx="2857500" cy="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4" name="">
            <a:extLst xmlns:a="http://schemas.openxmlformats.org/drawingml/2006/main">
              <a:ext uri="{FF2B5EF4-FFF2-40B4-BE49-F238E27FC236}">
                <a16:creationId xmlns:a16="http://schemas.microsoft.com/office/drawing/2014/main" id="{59DED7BE-24A5-4292-AC76-6D32676488C2}"/>
              </a:ext>
            </a:extLst>
          </p:cNvPr>
          <p:cNvSpPr>
            <a:spLocks xmlns:a="http://schemas.openxmlformats.org/drawingml/2006/main" noGrp="1"/>
          </p:cNvSpPr>
          <p:nvPr/>
        </p:nvSpPr>
        <p:spPr>
          <a:xfrm xmlns:a="http://schemas.openxmlformats.org/drawingml/2006/main">
            <a:off x="1714500" y="4500563"/>
            <a:ext cx="2857500" cy="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5" name="">
            <a:extLst xmlns:a="http://schemas.openxmlformats.org/drawingml/2006/main">
              <a:ext uri="{FF2B5EF4-FFF2-40B4-BE49-F238E27FC236}">
                <a16:creationId xmlns:a16="http://schemas.microsoft.com/office/drawing/2014/main" id="{59E91788-3565-4A77-A8E9-328B4B694E2F}"/>
              </a:ext>
            </a:extLst>
          </p:cNvPr>
          <p:cNvSpPr>
            <a:spLocks xmlns:a="http://schemas.openxmlformats.org/drawingml/2006/main" noGrp="1"/>
          </p:cNvSpPr>
          <p:nvPr/>
        </p:nvSpPr>
        <p:spPr>
          <a:xfrm xmlns:a="http://schemas.openxmlformats.org/drawingml/2006/main">
            <a:off x="1714500" y="5143500"/>
            <a:ext cx="2857500" cy="0"/>
          </a:xfrm>
          <a:prstGeom xmlns:a="http://schemas.openxmlformats.org/drawingml/2006/main" prst="line">
            <a:avLst/>
          </a:prstGeom>
          <a:noFill xmlns:a="http://schemas.openxmlformats.org/drawingml/2006/main"/>
          <a:ln xmlns:a="http://schemas.openxmlformats.org/drawingml/2006/main" w="19050">
            <a:solidFill>
              <a:srgbClr val="5B5470"/>
            </a:solidFill>
          </a:ln>
        </p:spPr>
      </p:sp>
      <p:sp>
        <p:nvSpPr>
          <p:cNvPr id="16" name="">
            <a:extLst xmlns:a="http://schemas.openxmlformats.org/drawingml/2006/main">
              <a:ext uri="{FF2B5EF4-FFF2-40B4-BE49-F238E27FC236}">
                <a16:creationId xmlns:a16="http://schemas.microsoft.com/office/drawing/2014/main" id="{0812A397-F399-48F6-9A16-383C1BBC6F4F}"/>
              </a:ext>
            </a:extLst>
          </p:cNvPr>
          <p:cNvSpPr>
            <a:spLocks xmlns:a="http://schemas.openxmlformats.org/drawingml/2006/main" noGrp="1"/>
          </p:cNvSpPr>
          <p:nvPr/>
        </p:nvSpPr>
        <p:spPr>
          <a:xfrm xmlns:a="http://schemas.openxmlformats.org/drawingml/2006/main">
            <a:off x="2076450" y="3326606"/>
            <a:ext cx="419100" cy="419100"/>
          </a:xfrm>
          <a:prstGeom xmlns:a="http://schemas.openxmlformats.org/drawingml/2006/main" prst="ellipse">
            <a:avLst/>
          </a:prstGeom>
          <a:solidFill xmlns:a="http://schemas.openxmlformats.org/drawingml/2006/main">
            <a:srgbClr val="6D28E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3035BF6-407A-42EB-800A-E99ABEA5BF56}"/>
              </a:ext>
            </a:extLst>
          </p:cNvPr>
          <p:cNvSpPr>
            <a:spLocks xmlns:a="http://schemas.openxmlformats.org/drawingml/2006/main" noGrp="1"/>
          </p:cNvSpPr>
          <p:nvPr/>
        </p:nvSpPr>
        <p:spPr>
          <a:xfrm xmlns:a="http://schemas.openxmlformats.org/drawingml/2006/main">
            <a:off x="2647950" y="3326606"/>
            <a:ext cx="419100" cy="419100"/>
          </a:xfrm>
          <a:prstGeom xmlns:a="http://schemas.openxmlformats.org/drawingml/2006/main" prst="ellipse">
            <a:avLst/>
          </a:prstGeom>
          <a:solidFill xmlns:a="http://schemas.openxmlformats.org/drawingml/2006/main">
            <a:srgbClr val="6D28E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34D7A38-FB57-496B-AE85-A90708EC3387}"/>
              </a:ext>
            </a:extLst>
          </p:cNvPr>
          <p:cNvSpPr>
            <a:spLocks xmlns:a="http://schemas.openxmlformats.org/drawingml/2006/main" noGrp="1"/>
          </p:cNvSpPr>
          <p:nvPr/>
        </p:nvSpPr>
        <p:spPr>
          <a:xfrm xmlns:a="http://schemas.openxmlformats.org/drawingml/2006/main">
            <a:off x="1619250" y="21717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A1633"/>
                </a:solidFill>
              </a:defRPr>
            </a:defPPr>
          </a:lstStyle>
          <a:p xmlns:a="http://schemas.openxmlformats.org/drawingml/2006/main">
            <a:pPr>
              <a:defRPr sz="1800" b="0">
                <a:solidFill>
                  <a:srgbClr val="1A1633"/>
                </a:solidFill>
              </a:defRPr>
            </a:pPr>
            <a:r>
              <a:rPr sz="1800" b="0">
                <a:solidFill>
                  <a:srgbClr val="1A1633"/>
                </a:solidFill>
              </a:rPr>
              <a:t>0</a:t>
            </a:r>
          </a:p>
        </p:txBody>
      </p:sp>
      <p:sp>
        <p:nvSpPr>
          <p:cNvPr id="19" name="">
            <a:extLst xmlns:a="http://schemas.openxmlformats.org/drawingml/2006/main">
              <a:ext uri="{FF2B5EF4-FFF2-40B4-BE49-F238E27FC236}">
                <a16:creationId xmlns:a16="http://schemas.microsoft.com/office/drawing/2014/main" id="{40C3EBA0-70D0-4D76-B021-FB68ADDB5486}"/>
              </a:ext>
            </a:extLst>
          </p:cNvPr>
          <p:cNvSpPr>
            <a:spLocks xmlns:a="http://schemas.openxmlformats.org/drawingml/2006/main" noGrp="1"/>
          </p:cNvSpPr>
          <p:nvPr/>
        </p:nvSpPr>
        <p:spPr>
          <a:xfrm xmlns:a="http://schemas.openxmlformats.org/drawingml/2006/main">
            <a:off x="2190750" y="21717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A1633"/>
                </a:solidFill>
              </a:defRPr>
            </a:defPPr>
          </a:lstStyle>
          <a:p xmlns:a="http://schemas.openxmlformats.org/drawingml/2006/main">
            <a:r>
              <a:t/>
            </a:r>
          </a:p>
        </p:txBody>
      </p:sp>
      <p:sp>
        <p:nvSpPr>
          <p:cNvPr id="20" name="">
            <a:extLst xmlns:a="http://schemas.openxmlformats.org/drawingml/2006/main">
              <a:ext uri="{FF2B5EF4-FFF2-40B4-BE49-F238E27FC236}">
                <a16:creationId xmlns:a16="http://schemas.microsoft.com/office/drawing/2014/main" id="{9C95F807-57C4-47C7-9103-281A2D35B7EE}"/>
              </a:ext>
            </a:extLst>
          </p:cNvPr>
          <p:cNvSpPr>
            <a:spLocks xmlns:a="http://schemas.openxmlformats.org/drawingml/2006/main" noGrp="1"/>
          </p:cNvSpPr>
          <p:nvPr/>
        </p:nvSpPr>
        <p:spPr>
          <a:xfrm xmlns:a="http://schemas.openxmlformats.org/drawingml/2006/main">
            <a:off x="2762250" y="21717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A1633"/>
                </a:solidFill>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4A417305-005E-4072-AE13-32595F4900BE}"/>
              </a:ext>
            </a:extLst>
          </p:cNvPr>
          <p:cNvSpPr>
            <a:spLocks xmlns:a="http://schemas.openxmlformats.org/drawingml/2006/main" noGrp="1"/>
          </p:cNvSpPr>
          <p:nvPr/>
        </p:nvSpPr>
        <p:spPr>
          <a:xfrm xmlns:a="http://schemas.openxmlformats.org/drawingml/2006/main">
            <a:off x="3333750" y="21717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A1633"/>
                </a:solidFill>
              </a:defRPr>
            </a:defPPr>
          </a:lstStyle>
          <a:p xmlns:a="http://schemas.openxmlformats.org/drawingml/2006/main">
            <a:pPr>
              <a:defRPr sz="1800" b="0">
                <a:solidFill>
                  <a:srgbClr val="1A1633"/>
                </a:solidFill>
              </a:defRPr>
            </a:pPr>
            <a:r>
              <a:rPr sz="1800" b="0">
                <a:solidFill>
                  <a:srgbClr val="1A1633"/>
                </a:solidFill>
              </a:rPr>
              <a:t>0</a:t>
            </a:r>
          </a:p>
        </p:txBody>
      </p:sp>
      <p:sp>
        <p:nvSpPr>
          <p:cNvPr id="22" name="">
            <a:extLst xmlns:a="http://schemas.openxmlformats.org/drawingml/2006/main">
              <a:ext uri="{FF2B5EF4-FFF2-40B4-BE49-F238E27FC236}">
                <a16:creationId xmlns:a16="http://schemas.microsoft.com/office/drawing/2014/main" id="{CAA5879F-9062-4818-855D-71E2E8CECD97}"/>
              </a:ext>
            </a:extLst>
          </p:cNvPr>
          <p:cNvSpPr>
            <a:spLocks xmlns:a="http://schemas.openxmlformats.org/drawingml/2006/main" noGrp="1"/>
          </p:cNvSpPr>
          <p:nvPr/>
        </p:nvSpPr>
        <p:spPr>
          <a:xfrm xmlns:a="http://schemas.openxmlformats.org/drawingml/2006/main">
            <a:off x="3905250" y="21717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A1633"/>
                </a:solidFill>
              </a:defRPr>
            </a:defPPr>
          </a:lstStyle>
          <a:p xmlns:a="http://schemas.openxmlformats.org/drawingml/2006/main">
            <a:pPr>
              <a:defRPr sz="1800" b="0">
                <a:solidFill>
                  <a:srgbClr val="1A1633"/>
                </a:solidFill>
              </a:defRPr>
            </a:pPr>
            <a:r>
              <a:rPr sz="1800" b="0">
                <a:solidFill>
                  <a:srgbClr val="1A1633"/>
                </a:solidFill>
              </a:rPr>
              <a:t>0</a:t>
            </a:r>
          </a:p>
        </p:txBody>
      </p:sp>
      <p:sp>
        <p:nvSpPr>
          <p:cNvPr id="23" name="">
            <a:extLst xmlns:a="http://schemas.openxmlformats.org/drawingml/2006/main">
              <a:ext uri="{FF2B5EF4-FFF2-40B4-BE49-F238E27FC236}">
                <a16:creationId xmlns:a16="http://schemas.microsoft.com/office/drawing/2014/main" id="{D0F58AE7-06AC-45B1-94FE-7E919929A6AC}"/>
              </a:ext>
            </a:extLst>
          </p:cNvPr>
          <p:cNvSpPr>
            <a:spLocks xmlns:a="http://schemas.openxmlformats.org/drawingml/2006/main" noGrp="1"/>
          </p:cNvSpPr>
          <p:nvPr/>
        </p:nvSpPr>
        <p:spPr>
          <a:xfrm xmlns:a="http://schemas.openxmlformats.org/drawingml/2006/main">
            <a:off x="4476750" y="21717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A1633"/>
                </a:solidFill>
              </a:defRPr>
            </a:defPPr>
          </a:lstStyle>
          <a:p xmlns:a="http://schemas.openxmlformats.org/drawingml/2006/main">
            <a:pPr>
              <a:defRPr sz="1800" b="0">
                <a:solidFill>
                  <a:srgbClr val="1A1633"/>
                </a:solidFill>
              </a:defRPr>
            </a:pPr>
            <a:r>
              <a:rPr sz="1800" b="0">
                <a:solidFill>
                  <a:srgbClr val="1A1633"/>
                </a:solidFill>
              </a:rPr>
              <a:t>0</a:t>
            </a:r>
          </a:p>
        </p:txBody>
      </p:sp>
      <p:sp>
        <p:nvSpPr>
          <p:cNvPr id="24" name="">
            <a:extLst xmlns:a="http://schemas.openxmlformats.org/drawingml/2006/main">
              <a:ext uri="{FF2B5EF4-FFF2-40B4-BE49-F238E27FC236}">
                <a16:creationId xmlns:a16="http://schemas.microsoft.com/office/drawing/2014/main" id="{381C935E-66DE-4F60-A1CB-AECEC345CCCB}"/>
              </a:ext>
            </a:extLst>
          </p:cNvPr>
          <p:cNvSpPr>
            <a:spLocks xmlns:a="http://schemas.openxmlformats.org/drawingml/2006/main" noGrp="1"/>
          </p:cNvSpPr>
          <p:nvPr/>
        </p:nvSpPr>
        <p:spPr>
          <a:xfrm xmlns:a="http://schemas.openxmlformats.org/drawingml/2006/main">
            <a:off x="6000750" y="24765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550" b="1">
                <a:solidFill>
                  <a:srgbClr val="6D28E0"/>
                </a:solidFill>
              </a:defRPr>
            </a:defPPr>
          </a:lstStyle>
          <a:p xmlns:a="http://schemas.openxmlformats.org/drawingml/2006/main">
            <a:pPr>
              <a:defRPr sz="5550" b="1">
                <a:solidFill>
                  <a:srgbClr val="6D28E0"/>
                </a:solidFill>
              </a:defRPr>
            </a:pPr>
            <a:r>
              <a:rPr sz="5550" b="1">
                <a:solidFill>
                  <a:srgbClr val="6D28E0"/>
                </a:solidFill>
              </a:rPr>
              <a:t>Em</a:t>
            </a:r>
          </a:p>
        </p:txBody>
      </p:sp>
      <p:sp>
        <p:nvSpPr>
          <p:cNvPr id="25" name="">
            <a:extLst xmlns:a="http://schemas.openxmlformats.org/drawingml/2006/main">
              <a:ext uri="{FF2B5EF4-FFF2-40B4-BE49-F238E27FC236}">
                <a16:creationId xmlns:a16="http://schemas.microsoft.com/office/drawing/2014/main" id="{620BFF14-91EF-4E63-B9B5-64F1FB132676}"/>
              </a:ext>
            </a:extLst>
          </p:cNvPr>
          <p:cNvSpPr>
            <a:spLocks xmlns:a="http://schemas.openxmlformats.org/drawingml/2006/main" noGrp="1"/>
          </p:cNvSpPr>
          <p:nvPr/>
        </p:nvSpPr>
        <p:spPr>
          <a:xfrm xmlns:a="http://schemas.openxmlformats.org/drawingml/2006/main">
            <a:off x="6076950" y="3667125"/>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A1633"/>
                </a:solidFill>
              </a:defRPr>
            </a:defPPr>
          </a:lstStyle>
          <a:p xmlns:a="http://schemas.openxmlformats.org/drawingml/2006/main">
            <a:pPr>
              <a:defRPr sz="2250" b="0">
                <a:solidFill>
                  <a:srgbClr val="1A1633"/>
                </a:solidFill>
              </a:defRPr>
            </a:pPr>
            <a:r>
              <a:rPr sz="2250" b="0">
                <a:solidFill>
                  <a:srgbClr val="1A1633"/>
                </a:solidFill>
              </a:rPr>
              <a:t>[Fingering cue]</a:t>
            </a:r>
          </a:p>
          <a:p xmlns:a="http://schemas.openxmlformats.org/drawingml/2006/main">
            <a:r>
              <a:t/>
            </a:r>
          </a:p>
          <a:p xmlns:a="http://schemas.openxmlformats.org/drawingml/2006/main">
            <a:pPr>
              <a:defRPr sz="2250" b="0">
                <a:solidFill>
                  <a:srgbClr val="1A1633"/>
                </a:solidFill>
              </a:defRPr>
            </a:pPr>
            <a:r>
              <a:rPr sz="2250" b="0">
                <a:solidFill>
                  <a:srgbClr val="1A1633"/>
                </a:solidFill>
              </a:rPr>
              <a:t>[Strumming or musical context]</a:t>
            </a:r>
          </a:p>
        </p:txBody>
      </p:sp>
    </p:spTree>
    <p:extLst>
      <p:ext uri="{BB962C8B-B14F-4D97-AF65-F5344CB8AC3E}">
        <p14:creationId xmlns:p14="http://schemas.microsoft.com/office/powerpoint/2010/main" val="1031797479"/>
      </p:ext>
    </p:extLst>
  </p:cSld>
</p:sld>
</file>

<file path=ppt/slides/slide21.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118BEC2D-5720-4D99-8280-E24E9EC3B4D8}"/>
              </a:ext>
            </a:extLst>
          </p:cNvPr>
          <p:cNvPicPr>
            <a:picLocks xmlns:a="http://schemas.openxmlformats.org/drawingml/2006/main" noChangeAspect="1"/>
          </p:cNvPicPr>
          <p:nvPr/>
        </p:nvPicPr>
        <p:blipFill>
          <a:blip xmlns:r="http://schemas.openxmlformats.org/officeDocument/2006/relationships" xmlns:a="http://schemas.openxmlformats.org/drawingml/2006/main" r:embed="Ra4b517af6bce45d6"/>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490650-D8D6-451C-AE5C-6ACB12C00C02}"/>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098493D1-C7E0-4876-B665-F492F6F02ED3}"/>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21</a:t>
            </a:r>
          </a:p>
        </p:txBody>
      </p:sp>
      <p:sp>
        <p:nvSpPr>
          <p:cNvPr id="4" name="">
            <a:extLst xmlns:a="http://schemas.openxmlformats.org/drawingml/2006/main">
              <a:ext uri="{FF2B5EF4-FFF2-40B4-BE49-F238E27FC236}">
                <a16:creationId xmlns:a16="http://schemas.microsoft.com/office/drawing/2014/main" id="{4B1BBA86-EBC0-457D-B323-26F4A29E323B}"/>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Rhythm and subdivision</a:t>
            </a:r>
          </a:p>
        </p:txBody>
      </p:sp>
      <p:sp>
        <p:nvSpPr>
          <p:cNvPr id="5" name="">
            <a:extLst xmlns:a="http://schemas.openxmlformats.org/drawingml/2006/main">
              <a:ext uri="{FF2B5EF4-FFF2-40B4-BE49-F238E27FC236}">
                <a16:creationId xmlns:a16="http://schemas.microsoft.com/office/drawing/2014/main" id="{1DF71BC0-6A93-479C-AFFB-5E44E8E8F0CE}"/>
              </a:ext>
            </a:extLst>
          </p:cNvPr>
          <p:cNvSpPr>
            <a:spLocks xmlns:a="http://schemas.openxmlformats.org/drawingml/2006/main" noGrp="1"/>
          </p:cNvSpPr>
          <p:nvPr/>
        </p:nvSpPr>
        <p:spPr>
          <a:xfrm xmlns:a="http://schemas.openxmlformats.org/drawingml/2006/main">
            <a:off x="857250" y="2476500"/>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1</a:t>
            </a:r>
          </a:p>
        </p:txBody>
      </p:sp>
      <p:sp>
        <p:nvSpPr>
          <p:cNvPr id="6" name="">
            <a:extLst xmlns:a="http://schemas.openxmlformats.org/drawingml/2006/main">
              <a:ext uri="{FF2B5EF4-FFF2-40B4-BE49-F238E27FC236}">
                <a16:creationId xmlns:a16="http://schemas.microsoft.com/office/drawing/2014/main" id="{AD1714C8-2E90-45EE-B6A8-B4E347601FAE}"/>
              </a:ext>
            </a:extLst>
          </p:cNvPr>
          <p:cNvSpPr>
            <a:spLocks xmlns:a="http://schemas.openxmlformats.org/drawingml/2006/main" noGrp="1"/>
          </p:cNvSpPr>
          <p:nvPr/>
        </p:nvSpPr>
        <p:spPr>
          <a:xfrm xmlns:a="http://schemas.openxmlformats.org/drawingml/2006/main">
            <a:off x="1009650" y="3200400"/>
            <a:ext cx="0" cy="723900"/>
          </a:xfrm>
          <a:prstGeom xmlns:a="http://schemas.openxmlformats.org/drawingml/2006/main" prst="line">
            <a:avLst/>
          </a:prstGeom>
          <a:noFill xmlns:a="http://schemas.openxmlformats.org/drawingml/2006/main"/>
          <a:ln xmlns:a="http://schemas.openxmlformats.org/drawingml/2006/main" w="47625">
            <a:solidFill>
              <a:srgbClr val="6D28E0"/>
            </a:solidFill>
          </a:ln>
        </p:spPr>
      </p:sp>
      <p:sp>
        <p:nvSpPr>
          <p:cNvPr id="7" name="">
            <a:extLst xmlns:a="http://schemas.openxmlformats.org/drawingml/2006/main">
              <a:ext uri="{FF2B5EF4-FFF2-40B4-BE49-F238E27FC236}">
                <a16:creationId xmlns:a16="http://schemas.microsoft.com/office/drawing/2014/main" id="{EE01D7D8-DED7-4F75-9245-B2D81B051EF8}"/>
              </a:ext>
            </a:extLst>
          </p:cNvPr>
          <p:cNvSpPr>
            <a:spLocks xmlns:a="http://schemas.openxmlformats.org/drawingml/2006/main" noGrp="1"/>
          </p:cNvSpPr>
          <p:nvPr/>
        </p:nvSpPr>
        <p:spPr>
          <a:xfrm xmlns:a="http://schemas.openxmlformats.org/drawingml/2006/main">
            <a:off x="2119313" y="2476500"/>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&amp;</a:t>
            </a:r>
          </a:p>
        </p:txBody>
      </p:sp>
      <p:sp>
        <p:nvSpPr>
          <p:cNvPr id="8" name="">
            <a:extLst xmlns:a="http://schemas.openxmlformats.org/drawingml/2006/main">
              <a:ext uri="{FF2B5EF4-FFF2-40B4-BE49-F238E27FC236}">
                <a16:creationId xmlns:a16="http://schemas.microsoft.com/office/drawing/2014/main" id="{D9017970-CE83-4478-AF06-BE318E9FB967}"/>
              </a:ext>
            </a:extLst>
          </p:cNvPr>
          <p:cNvSpPr>
            <a:spLocks xmlns:a="http://schemas.openxmlformats.org/drawingml/2006/main" noGrp="1"/>
          </p:cNvSpPr>
          <p:nvPr/>
        </p:nvSpPr>
        <p:spPr>
          <a:xfrm xmlns:a="http://schemas.openxmlformats.org/drawingml/2006/main">
            <a:off x="2271713" y="3200400"/>
            <a:ext cx="0" cy="438150"/>
          </a:xfrm>
          <a:prstGeom xmlns:a="http://schemas.openxmlformats.org/drawingml/2006/main" prst="line">
            <a:avLst/>
          </a:prstGeom>
          <a:noFill xmlns:a="http://schemas.openxmlformats.org/drawingml/2006/main"/>
          <a:ln xmlns:a="http://schemas.openxmlformats.org/drawingml/2006/main" w="47625">
            <a:solidFill>
              <a:srgbClr val="5B5470"/>
            </a:solidFill>
          </a:ln>
        </p:spPr>
      </p:sp>
      <p:sp>
        <p:nvSpPr>
          <p:cNvPr id="9" name="">
            <a:extLst xmlns:a="http://schemas.openxmlformats.org/drawingml/2006/main">
              <a:ext uri="{FF2B5EF4-FFF2-40B4-BE49-F238E27FC236}">
                <a16:creationId xmlns:a16="http://schemas.microsoft.com/office/drawing/2014/main" id="{1C6E9074-5E24-44D1-A162-44EB0E54AD4B}"/>
              </a:ext>
            </a:extLst>
          </p:cNvPr>
          <p:cNvSpPr>
            <a:spLocks xmlns:a="http://schemas.openxmlformats.org/drawingml/2006/main" noGrp="1"/>
          </p:cNvSpPr>
          <p:nvPr/>
        </p:nvSpPr>
        <p:spPr>
          <a:xfrm xmlns:a="http://schemas.openxmlformats.org/drawingml/2006/main">
            <a:off x="3381375" y="2476500"/>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2</a:t>
            </a:r>
          </a:p>
        </p:txBody>
      </p:sp>
      <p:sp>
        <p:nvSpPr>
          <p:cNvPr id="10" name="">
            <a:extLst xmlns:a="http://schemas.openxmlformats.org/drawingml/2006/main">
              <a:ext uri="{FF2B5EF4-FFF2-40B4-BE49-F238E27FC236}">
                <a16:creationId xmlns:a16="http://schemas.microsoft.com/office/drawing/2014/main" id="{C31FC3DF-4298-44DB-AA68-5F5912E161A9}"/>
              </a:ext>
            </a:extLst>
          </p:cNvPr>
          <p:cNvSpPr>
            <a:spLocks xmlns:a="http://schemas.openxmlformats.org/drawingml/2006/main" noGrp="1"/>
          </p:cNvSpPr>
          <p:nvPr/>
        </p:nvSpPr>
        <p:spPr>
          <a:xfrm xmlns:a="http://schemas.openxmlformats.org/drawingml/2006/main">
            <a:off x="3533775" y="3200400"/>
            <a:ext cx="0" cy="723900"/>
          </a:xfrm>
          <a:prstGeom xmlns:a="http://schemas.openxmlformats.org/drawingml/2006/main" prst="line">
            <a:avLst/>
          </a:prstGeom>
          <a:noFill xmlns:a="http://schemas.openxmlformats.org/drawingml/2006/main"/>
          <a:ln xmlns:a="http://schemas.openxmlformats.org/drawingml/2006/main" w="47625">
            <a:solidFill>
              <a:srgbClr val="6D28E0"/>
            </a:solidFill>
          </a:ln>
        </p:spPr>
      </p:sp>
      <p:sp>
        <p:nvSpPr>
          <p:cNvPr id="11" name="">
            <a:extLst xmlns:a="http://schemas.openxmlformats.org/drawingml/2006/main">
              <a:ext uri="{FF2B5EF4-FFF2-40B4-BE49-F238E27FC236}">
                <a16:creationId xmlns:a16="http://schemas.microsoft.com/office/drawing/2014/main" id="{C4E2E3AF-6338-4776-B25F-B7D6154A0513}"/>
              </a:ext>
            </a:extLst>
          </p:cNvPr>
          <p:cNvSpPr>
            <a:spLocks xmlns:a="http://schemas.openxmlformats.org/drawingml/2006/main" noGrp="1"/>
          </p:cNvSpPr>
          <p:nvPr/>
        </p:nvSpPr>
        <p:spPr>
          <a:xfrm xmlns:a="http://schemas.openxmlformats.org/drawingml/2006/main">
            <a:off x="4643438" y="2476500"/>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&amp;</a:t>
            </a:r>
          </a:p>
        </p:txBody>
      </p:sp>
      <p:sp>
        <p:nvSpPr>
          <p:cNvPr id="12" name="">
            <a:extLst xmlns:a="http://schemas.openxmlformats.org/drawingml/2006/main">
              <a:ext uri="{FF2B5EF4-FFF2-40B4-BE49-F238E27FC236}">
                <a16:creationId xmlns:a16="http://schemas.microsoft.com/office/drawing/2014/main" id="{F094AA45-7A30-4D69-A888-7491E195484B}"/>
              </a:ext>
            </a:extLst>
          </p:cNvPr>
          <p:cNvSpPr>
            <a:spLocks xmlns:a="http://schemas.openxmlformats.org/drawingml/2006/main" noGrp="1"/>
          </p:cNvSpPr>
          <p:nvPr/>
        </p:nvSpPr>
        <p:spPr>
          <a:xfrm xmlns:a="http://schemas.openxmlformats.org/drawingml/2006/main">
            <a:off x="4795838" y="3200400"/>
            <a:ext cx="0" cy="438150"/>
          </a:xfrm>
          <a:prstGeom xmlns:a="http://schemas.openxmlformats.org/drawingml/2006/main" prst="line">
            <a:avLst/>
          </a:prstGeom>
          <a:noFill xmlns:a="http://schemas.openxmlformats.org/drawingml/2006/main"/>
          <a:ln xmlns:a="http://schemas.openxmlformats.org/drawingml/2006/main" w="47625">
            <a:solidFill>
              <a:srgbClr val="5B5470"/>
            </a:solidFill>
          </a:ln>
        </p:spPr>
      </p:sp>
      <p:sp>
        <p:nvSpPr>
          <p:cNvPr id="13" name="">
            <a:extLst xmlns:a="http://schemas.openxmlformats.org/drawingml/2006/main">
              <a:ext uri="{FF2B5EF4-FFF2-40B4-BE49-F238E27FC236}">
                <a16:creationId xmlns:a16="http://schemas.microsoft.com/office/drawing/2014/main" id="{224A79C5-7151-4EF7-A909-702878EA3333}"/>
              </a:ext>
            </a:extLst>
          </p:cNvPr>
          <p:cNvSpPr>
            <a:spLocks xmlns:a="http://schemas.openxmlformats.org/drawingml/2006/main" noGrp="1"/>
          </p:cNvSpPr>
          <p:nvPr/>
        </p:nvSpPr>
        <p:spPr>
          <a:xfrm xmlns:a="http://schemas.openxmlformats.org/drawingml/2006/main">
            <a:off x="5905500" y="2476500"/>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3</a:t>
            </a:r>
          </a:p>
        </p:txBody>
      </p:sp>
      <p:sp>
        <p:nvSpPr>
          <p:cNvPr id="14" name="">
            <a:extLst xmlns:a="http://schemas.openxmlformats.org/drawingml/2006/main">
              <a:ext uri="{FF2B5EF4-FFF2-40B4-BE49-F238E27FC236}">
                <a16:creationId xmlns:a16="http://schemas.microsoft.com/office/drawing/2014/main" id="{E1DAC185-A877-4607-9E2E-12A493904041}"/>
              </a:ext>
            </a:extLst>
          </p:cNvPr>
          <p:cNvSpPr>
            <a:spLocks xmlns:a="http://schemas.openxmlformats.org/drawingml/2006/main" noGrp="1"/>
          </p:cNvSpPr>
          <p:nvPr/>
        </p:nvSpPr>
        <p:spPr>
          <a:xfrm xmlns:a="http://schemas.openxmlformats.org/drawingml/2006/main">
            <a:off x="6057900" y="3200400"/>
            <a:ext cx="0" cy="723900"/>
          </a:xfrm>
          <a:prstGeom xmlns:a="http://schemas.openxmlformats.org/drawingml/2006/main" prst="line">
            <a:avLst/>
          </a:prstGeom>
          <a:noFill xmlns:a="http://schemas.openxmlformats.org/drawingml/2006/main"/>
          <a:ln xmlns:a="http://schemas.openxmlformats.org/drawingml/2006/main" w="47625">
            <a:solidFill>
              <a:srgbClr val="6D28E0"/>
            </a:solidFill>
          </a:ln>
        </p:spPr>
      </p:sp>
      <p:sp>
        <p:nvSpPr>
          <p:cNvPr id="15" name="">
            <a:extLst xmlns:a="http://schemas.openxmlformats.org/drawingml/2006/main">
              <a:ext uri="{FF2B5EF4-FFF2-40B4-BE49-F238E27FC236}">
                <a16:creationId xmlns:a16="http://schemas.microsoft.com/office/drawing/2014/main" id="{F9D1609E-960B-473F-9F71-91EFA8A055A1}"/>
              </a:ext>
            </a:extLst>
          </p:cNvPr>
          <p:cNvSpPr>
            <a:spLocks xmlns:a="http://schemas.openxmlformats.org/drawingml/2006/main" noGrp="1"/>
          </p:cNvSpPr>
          <p:nvPr/>
        </p:nvSpPr>
        <p:spPr>
          <a:xfrm xmlns:a="http://schemas.openxmlformats.org/drawingml/2006/main">
            <a:off x="7167563" y="2476500"/>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&amp;</a:t>
            </a:r>
          </a:p>
        </p:txBody>
      </p:sp>
      <p:sp>
        <p:nvSpPr>
          <p:cNvPr id="16" name="">
            <a:extLst xmlns:a="http://schemas.openxmlformats.org/drawingml/2006/main">
              <a:ext uri="{FF2B5EF4-FFF2-40B4-BE49-F238E27FC236}">
                <a16:creationId xmlns:a16="http://schemas.microsoft.com/office/drawing/2014/main" id="{5249A7E3-8CB7-4DC0-B94A-BD88EC86EB26}"/>
              </a:ext>
            </a:extLst>
          </p:cNvPr>
          <p:cNvSpPr>
            <a:spLocks xmlns:a="http://schemas.openxmlformats.org/drawingml/2006/main" noGrp="1"/>
          </p:cNvSpPr>
          <p:nvPr/>
        </p:nvSpPr>
        <p:spPr>
          <a:xfrm xmlns:a="http://schemas.openxmlformats.org/drawingml/2006/main">
            <a:off x="7319963" y="3200400"/>
            <a:ext cx="0" cy="438150"/>
          </a:xfrm>
          <a:prstGeom xmlns:a="http://schemas.openxmlformats.org/drawingml/2006/main" prst="line">
            <a:avLst/>
          </a:prstGeom>
          <a:noFill xmlns:a="http://schemas.openxmlformats.org/drawingml/2006/main"/>
          <a:ln xmlns:a="http://schemas.openxmlformats.org/drawingml/2006/main" w="47625">
            <a:solidFill>
              <a:srgbClr val="5B5470"/>
            </a:solidFill>
          </a:ln>
        </p:spPr>
      </p:sp>
      <p:sp>
        <p:nvSpPr>
          <p:cNvPr id="17" name="">
            <a:extLst xmlns:a="http://schemas.openxmlformats.org/drawingml/2006/main">
              <a:ext uri="{FF2B5EF4-FFF2-40B4-BE49-F238E27FC236}">
                <a16:creationId xmlns:a16="http://schemas.microsoft.com/office/drawing/2014/main" id="{BFBFDEEB-AF2E-4087-BC33-6B7AE22D3628}"/>
              </a:ext>
            </a:extLst>
          </p:cNvPr>
          <p:cNvSpPr>
            <a:spLocks xmlns:a="http://schemas.openxmlformats.org/drawingml/2006/main" noGrp="1"/>
          </p:cNvSpPr>
          <p:nvPr/>
        </p:nvSpPr>
        <p:spPr>
          <a:xfrm xmlns:a="http://schemas.openxmlformats.org/drawingml/2006/main">
            <a:off x="8429625" y="2476500"/>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4</a:t>
            </a:r>
          </a:p>
        </p:txBody>
      </p:sp>
      <p:sp>
        <p:nvSpPr>
          <p:cNvPr id="18" name="">
            <a:extLst xmlns:a="http://schemas.openxmlformats.org/drawingml/2006/main">
              <a:ext uri="{FF2B5EF4-FFF2-40B4-BE49-F238E27FC236}">
                <a16:creationId xmlns:a16="http://schemas.microsoft.com/office/drawing/2014/main" id="{E1882872-9781-460C-81D8-BA3B0B1B9678}"/>
              </a:ext>
            </a:extLst>
          </p:cNvPr>
          <p:cNvSpPr>
            <a:spLocks xmlns:a="http://schemas.openxmlformats.org/drawingml/2006/main" noGrp="1"/>
          </p:cNvSpPr>
          <p:nvPr/>
        </p:nvSpPr>
        <p:spPr>
          <a:xfrm xmlns:a="http://schemas.openxmlformats.org/drawingml/2006/main">
            <a:off x="8582025" y="3200400"/>
            <a:ext cx="0" cy="723900"/>
          </a:xfrm>
          <a:prstGeom xmlns:a="http://schemas.openxmlformats.org/drawingml/2006/main" prst="line">
            <a:avLst/>
          </a:prstGeom>
          <a:noFill xmlns:a="http://schemas.openxmlformats.org/drawingml/2006/main"/>
          <a:ln xmlns:a="http://schemas.openxmlformats.org/drawingml/2006/main" w="47625">
            <a:solidFill>
              <a:srgbClr val="6D28E0"/>
            </a:solidFill>
          </a:ln>
        </p:spPr>
      </p:sp>
      <p:sp>
        <p:nvSpPr>
          <p:cNvPr id="19" name="">
            <a:extLst xmlns:a="http://schemas.openxmlformats.org/drawingml/2006/main">
              <a:ext uri="{FF2B5EF4-FFF2-40B4-BE49-F238E27FC236}">
                <a16:creationId xmlns:a16="http://schemas.microsoft.com/office/drawing/2014/main" id="{9DAEA0E9-4F95-4ED6-812C-B0F51A03B213}"/>
              </a:ext>
            </a:extLst>
          </p:cNvPr>
          <p:cNvSpPr>
            <a:spLocks xmlns:a="http://schemas.openxmlformats.org/drawingml/2006/main" noGrp="1"/>
          </p:cNvSpPr>
          <p:nvPr/>
        </p:nvSpPr>
        <p:spPr>
          <a:xfrm xmlns:a="http://schemas.openxmlformats.org/drawingml/2006/main">
            <a:off x="9691688" y="2476500"/>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&amp;</a:t>
            </a:r>
          </a:p>
        </p:txBody>
      </p:sp>
      <p:sp>
        <p:nvSpPr>
          <p:cNvPr id="20" name="">
            <a:extLst xmlns:a="http://schemas.openxmlformats.org/drawingml/2006/main">
              <a:ext uri="{FF2B5EF4-FFF2-40B4-BE49-F238E27FC236}">
                <a16:creationId xmlns:a16="http://schemas.microsoft.com/office/drawing/2014/main" id="{B4EB3F6C-16AC-4721-9985-4A2BE143736B}"/>
              </a:ext>
            </a:extLst>
          </p:cNvPr>
          <p:cNvSpPr>
            <a:spLocks xmlns:a="http://schemas.openxmlformats.org/drawingml/2006/main" noGrp="1"/>
          </p:cNvSpPr>
          <p:nvPr/>
        </p:nvSpPr>
        <p:spPr>
          <a:xfrm xmlns:a="http://schemas.openxmlformats.org/drawingml/2006/main">
            <a:off x="9844088" y="3200400"/>
            <a:ext cx="0" cy="438150"/>
          </a:xfrm>
          <a:prstGeom xmlns:a="http://schemas.openxmlformats.org/drawingml/2006/main" prst="line">
            <a:avLst/>
          </a:prstGeom>
          <a:noFill xmlns:a="http://schemas.openxmlformats.org/drawingml/2006/main"/>
          <a:ln xmlns:a="http://schemas.openxmlformats.org/drawingml/2006/main" w="47625">
            <a:solidFill>
              <a:srgbClr val="5B5470"/>
            </a:solidFill>
          </a:ln>
        </p:spPr>
      </p:sp>
      <p:sp>
        <p:nvSpPr>
          <p:cNvPr id="21" name="">
            <a:extLst xmlns:a="http://schemas.openxmlformats.org/drawingml/2006/main">
              <a:ext uri="{FF2B5EF4-FFF2-40B4-BE49-F238E27FC236}">
                <a16:creationId xmlns:a16="http://schemas.microsoft.com/office/drawing/2014/main" id="{95885A4C-C2C8-4A3E-9ABA-1E7E3A96F850}"/>
              </a:ext>
            </a:extLst>
          </p:cNvPr>
          <p:cNvSpPr>
            <a:spLocks xmlns:a="http://schemas.openxmlformats.org/drawingml/2006/main" noGrp="1"/>
          </p:cNvSpPr>
          <p:nvPr/>
        </p:nvSpPr>
        <p:spPr>
          <a:xfrm xmlns:a="http://schemas.openxmlformats.org/drawingml/2006/main">
            <a:off x="647700" y="50958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6D28E0"/>
                </a:solidFill>
              </a:defRPr>
            </a:defPPr>
          </a:lstStyle>
          <a:p xmlns:a="http://schemas.openxmlformats.org/drawingml/2006/main">
            <a:pPr>
              <a:defRPr sz="2250" b="0">
                <a:solidFill>
                  <a:srgbClr val="6D28E0"/>
                </a:solidFill>
              </a:defRPr>
            </a:pPr>
            <a:r>
              <a:rPr sz="2250" b="0">
                <a:solidFill>
                  <a:srgbClr val="6D28E0"/>
                </a:solidFill>
              </a:rPr>
              <a:t>[A short instruction connecting the count to sound or movement]</a:t>
            </a:r>
          </a:p>
        </p:txBody>
      </p:sp>
    </p:spTree>
    <p:extLst>
      <p:ext uri="{BB962C8B-B14F-4D97-AF65-F5344CB8AC3E}">
        <p14:creationId xmlns:p14="http://schemas.microsoft.com/office/powerpoint/2010/main" val="860768145"/>
      </p:ext>
    </p:extLst>
  </p:cSld>
</p:sld>
</file>

<file path=ppt/slides/slide22.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8E07DE45-8BDB-474F-BADD-515E10678710}"/>
              </a:ext>
            </a:extLst>
          </p:cNvPr>
          <p:cNvPicPr>
            <a:picLocks xmlns:a="http://schemas.openxmlformats.org/drawingml/2006/main" noChangeAspect="1"/>
          </p:cNvPicPr>
          <p:nvPr/>
        </p:nvPicPr>
        <p:blipFill>
          <a:blip xmlns:r="http://schemas.openxmlformats.org/officeDocument/2006/relationships" xmlns:a="http://schemas.openxmlformats.org/drawingml/2006/main" r:embed="Ra6c5e8c1091b4a23"/>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461B6E-64FE-4B93-8137-BB5F2906826C}"/>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05F8C311-791B-4B55-A735-00EB6340B7CD}"/>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22</a:t>
            </a:r>
          </a:p>
        </p:txBody>
      </p:sp>
      <p:sp>
        <p:nvSpPr>
          <p:cNvPr id="4" name="">
            <a:extLst xmlns:a="http://schemas.openxmlformats.org/drawingml/2006/main">
              <a:ext uri="{FF2B5EF4-FFF2-40B4-BE49-F238E27FC236}">
                <a16:creationId xmlns:a16="http://schemas.microsoft.com/office/drawing/2014/main" id="{97459FDB-C629-4F86-9CFD-114510BE8898}"/>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 phrase, one section at a time</a:t>
            </a:r>
          </a:p>
        </p:txBody>
      </p:sp>
      <p:sp>
        <p:nvSpPr>
          <p:cNvPr id="5" name="">
            <a:extLst xmlns:a="http://schemas.openxmlformats.org/drawingml/2006/main">
              <a:ext uri="{FF2B5EF4-FFF2-40B4-BE49-F238E27FC236}">
                <a16:creationId xmlns:a16="http://schemas.microsoft.com/office/drawing/2014/main" id="{9CA2CDE8-249B-4E46-B75F-1D010B0C2A4B}"/>
              </a:ext>
            </a:extLst>
          </p:cNvPr>
          <p:cNvSpPr>
            <a:spLocks xmlns:a="http://schemas.openxmlformats.org/drawingml/2006/main" noGrp="1"/>
          </p:cNvSpPr>
          <p:nvPr/>
        </p:nvSpPr>
        <p:spPr>
          <a:xfrm xmlns:a="http://schemas.openxmlformats.org/drawingml/2006/main">
            <a:off x="1190625" y="2667000"/>
            <a:ext cx="9525000" cy="0"/>
          </a:xfrm>
          <a:prstGeom xmlns:a="http://schemas.openxmlformats.org/drawingml/2006/main" prst="line">
            <a:avLst/>
          </a:prstGeom>
          <a:noFill xmlns:a="http://schemas.openxmlformats.org/drawingml/2006/main"/>
          <a:ln xmlns:a="http://schemas.openxmlformats.org/drawingml/2006/main" w="9525">
            <a:solidFill>
              <a:srgbClr val="5B5470"/>
            </a:solidFill>
          </a:ln>
        </p:spPr>
      </p:sp>
      <p:sp>
        <p:nvSpPr>
          <p:cNvPr id="6" name="">
            <a:extLst xmlns:a="http://schemas.openxmlformats.org/drawingml/2006/main">
              <a:ext uri="{FF2B5EF4-FFF2-40B4-BE49-F238E27FC236}">
                <a16:creationId xmlns:a16="http://schemas.microsoft.com/office/drawing/2014/main" id="{07A20C69-7BAC-4867-945D-D442DF7D8151}"/>
              </a:ext>
            </a:extLst>
          </p:cNvPr>
          <p:cNvSpPr>
            <a:spLocks xmlns:a="http://schemas.openxmlformats.org/drawingml/2006/main" noGrp="1"/>
          </p:cNvSpPr>
          <p:nvPr/>
        </p:nvSpPr>
        <p:spPr>
          <a:xfrm xmlns:a="http://schemas.openxmlformats.org/drawingml/2006/main">
            <a:off x="1190625" y="3086100"/>
            <a:ext cx="9525000" cy="0"/>
          </a:xfrm>
          <a:prstGeom xmlns:a="http://schemas.openxmlformats.org/drawingml/2006/main" prst="line">
            <a:avLst/>
          </a:prstGeom>
          <a:noFill xmlns:a="http://schemas.openxmlformats.org/drawingml/2006/main"/>
          <a:ln xmlns:a="http://schemas.openxmlformats.org/drawingml/2006/main" w="9525">
            <a:solidFill>
              <a:srgbClr val="5B5470"/>
            </a:solidFill>
          </a:ln>
        </p:spPr>
      </p:sp>
      <p:sp>
        <p:nvSpPr>
          <p:cNvPr id="7" name="">
            <a:extLst xmlns:a="http://schemas.openxmlformats.org/drawingml/2006/main">
              <a:ext uri="{FF2B5EF4-FFF2-40B4-BE49-F238E27FC236}">
                <a16:creationId xmlns:a16="http://schemas.microsoft.com/office/drawing/2014/main" id="{A9B1B3FE-241A-4575-A1C7-51AEE956E0DB}"/>
              </a:ext>
            </a:extLst>
          </p:cNvPr>
          <p:cNvSpPr>
            <a:spLocks xmlns:a="http://schemas.openxmlformats.org/drawingml/2006/main" noGrp="1"/>
          </p:cNvSpPr>
          <p:nvPr/>
        </p:nvSpPr>
        <p:spPr>
          <a:xfrm xmlns:a="http://schemas.openxmlformats.org/drawingml/2006/main">
            <a:off x="1190625" y="3505200"/>
            <a:ext cx="9525000" cy="0"/>
          </a:xfrm>
          <a:prstGeom xmlns:a="http://schemas.openxmlformats.org/drawingml/2006/main" prst="line">
            <a:avLst/>
          </a:prstGeom>
          <a:noFill xmlns:a="http://schemas.openxmlformats.org/drawingml/2006/main"/>
          <a:ln xmlns:a="http://schemas.openxmlformats.org/drawingml/2006/main" w="9525">
            <a:solidFill>
              <a:srgbClr val="5B5470"/>
            </a:solidFill>
          </a:ln>
        </p:spPr>
      </p:sp>
      <p:sp>
        <p:nvSpPr>
          <p:cNvPr id="8" name="">
            <a:extLst xmlns:a="http://schemas.openxmlformats.org/drawingml/2006/main">
              <a:ext uri="{FF2B5EF4-FFF2-40B4-BE49-F238E27FC236}">
                <a16:creationId xmlns:a16="http://schemas.microsoft.com/office/drawing/2014/main" id="{83BA1EA1-58D9-4C0D-8D37-4686FD45A3DA}"/>
              </a:ext>
            </a:extLst>
          </p:cNvPr>
          <p:cNvSpPr>
            <a:spLocks xmlns:a="http://schemas.openxmlformats.org/drawingml/2006/main" noGrp="1"/>
          </p:cNvSpPr>
          <p:nvPr/>
        </p:nvSpPr>
        <p:spPr>
          <a:xfrm xmlns:a="http://schemas.openxmlformats.org/drawingml/2006/main">
            <a:off x="1190625" y="3924300"/>
            <a:ext cx="9525000" cy="0"/>
          </a:xfrm>
          <a:prstGeom xmlns:a="http://schemas.openxmlformats.org/drawingml/2006/main" prst="line">
            <a:avLst/>
          </a:prstGeom>
          <a:noFill xmlns:a="http://schemas.openxmlformats.org/drawingml/2006/main"/>
          <a:ln xmlns:a="http://schemas.openxmlformats.org/drawingml/2006/main" w="9525">
            <a:solidFill>
              <a:srgbClr val="5B5470"/>
            </a:solidFill>
          </a:ln>
        </p:spPr>
      </p:sp>
      <p:sp>
        <p:nvSpPr>
          <p:cNvPr id="9" name="">
            <a:extLst xmlns:a="http://schemas.openxmlformats.org/drawingml/2006/main">
              <a:ext uri="{FF2B5EF4-FFF2-40B4-BE49-F238E27FC236}">
                <a16:creationId xmlns:a16="http://schemas.microsoft.com/office/drawing/2014/main" id="{3FF9811C-82B5-4399-B7E1-09D4CC47B16F}"/>
              </a:ext>
            </a:extLst>
          </p:cNvPr>
          <p:cNvSpPr>
            <a:spLocks xmlns:a="http://schemas.openxmlformats.org/drawingml/2006/main" noGrp="1"/>
          </p:cNvSpPr>
          <p:nvPr/>
        </p:nvSpPr>
        <p:spPr>
          <a:xfrm xmlns:a="http://schemas.openxmlformats.org/drawingml/2006/main">
            <a:off x="1190625" y="4343400"/>
            <a:ext cx="9525000" cy="0"/>
          </a:xfrm>
          <a:prstGeom xmlns:a="http://schemas.openxmlformats.org/drawingml/2006/main" prst="line">
            <a:avLst/>
          </a:prstGeom>
          <a:noFill xmlns:a="http://schemas.openxmlformats.org/drawingml/2006/main"/>
          <a:ln xmlns:a="http://schemas.openxmlformats.org/drawingml/2006/main" w="9525">
            <a:solidFill>
              <a:srgbClr val="5B5470"/>
            </a:solidFill>
          </a:ln>
        </p:spPr>
      </p:sp>
      <p:sp>
        <p:nvSpPr>
          <p:cNvPr id="10" name="">
            <a:extLst xmlns:a="http://schemas.openxmlformats.org/drawingml/2006/main">
              <a:ext uri="{FF2B5EF4-FFF2-40B4-BE49-F238E27FC236}">
                <a16:creationId xmlns:a16="http://schemas.microsoft.com/office/drawing/2014/main" id="{C42F604F-C1F1-4BE1-A3A4-31D87F7DB3D7}"/>
              </a:ext>
            </a:extLst>
          </p:cNvPr>
          <p:cNvSpPr>
            <a:spLocks xmlns:a="http://schemas.openxmlformats.org/drawingml/2006/main" noGrp="1"/>
          </p:cNvSpPr>
          <p:nvPr/>
        </p:nvSpPr>
        <p:spPr>
          <a:xfrm xmlns:a="http://schemas.openxmlformats.org/drawingml/2006/main">
            <a:off x="1190625" y="4762500"/>
            <a:ext cx="9525000" cy="0"/>
          </a:xfrm>
          <a:prstGeom xmlns:a="http://schemas.openxmlformats.org/drawingml/2006/main" prst="line">
            <a:avLst/>
          </a:prstGeom>
          <a:noFill xmlns:a="http://schemas.openxmlformats.org/drawingml/2006/main"/>
          <a:ln xmlns:a="http://schemas.openxmlformats.org/drawingml/2006/main" w="9525">
            <a:solidFill>
              <a:srgbClr val="5B5470"/>
            </a:solidFill>
          </a:ln>
        </p:spPr>
      </p:sp>
      <p:sp>
        <p:nvSpPr>
          <p:cNvPr id="11" name="">
            <a:extLst xmlns:a="http://schemas.openxmlformats.org/drawingml/2006/main">
              <a:ext uri="{FF2B5EF4-FFF2-40B4-BE49-F238E27FC236}">
                <a16:creationId xmlns:a16="http://schemas.microsoft.com/office/drawing/2014/main" id="{A9917709-7C35-4ECF-8841-007FB4D33AA3}"/>
              </a:ext>
            </a:extLst>
          </p:cNvPr>
          <p:cNvSpPr>
            <a:spLocks xmlns:a="http://schemas.openxmlformats.org/drawingml/2006/main" noGrp="1"/>
          </p:cNvSpPr>
          <p:nvPr/>
        </p:nvSpPr>
        <p:spPr>
          <a:xfrm xmlns:a="http://schemas.openxmlformats.org/drawingml/2006/main">
            <a:off x="666750" y="24669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A1633"/>
                </a:solidFill>
              </a:defRPr>
            </a:defPPr>
          </a:lstStyle>
          <a:p xmlns:a="http://schemas.openxmlformats.org/drawingml/2006/main">
            <a:pPr>
              <a:defRPr sz="1875" b="0">
                <a:solidFill>
                  <a:srgbClr val="1A1633"/>
                </a:solidFill>
              </a:defRPr>
            </a:pPr>
            <a:r>
              <a:rPr sz="1875" b="0">
                <a:solidFill>
                  <a:srgbClr val="1A1633"/>
                </a:solidFill>
              </a:rPr>
              <a:t>e</a:t>
            </a:r>
          </a:p>
        </p:txBody>
      </p:sp>
      <p:sp>
        <p:nvSpPr>
          <p:cNvPr id="12" name="">
            <a:extLst xmlns:a="http://schemas.openxmlformats.org/drawingml/2006/main">
              <a:ext uri="{FF2B5EF4-FFF2-40B4-BE49-F238E27FC236}">
                <a16:creationId xmlns:a16="http://schemas.microsoft.com/office/drawing/2014/main" id="{193A55B1-213E-4EE3-BCF9-D43015A2DA57}"/>
              </a:ext>
            </a:extLst>
          </p:cNvPr>
          <p:cNvSpPr>
            <a:spLocks xmlns:a="http://schemas.openxmlformats.org/drawingml/2006/main" noGrp="1"/>
          </p:cNvSpPr>
          <p:nvPr/>
        </p:nvSpPr>
        <p:spPr>
          <a:xfrm xmlns:a="http://schemas.openxmlformats.org/drawingml/2006/main">
            <a:off x="666750" y="28860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A1633"/>
                </a:solidFill>
              </a:defRPr>
            </a:defPPr>
          </a:lstStyle>
          <a:p xmlns:a="http://schemas.openxmlformats.org/drawingml/2006/main">
            <a:pPr>
              <a:defRPr sz="1875" b="0">
                <a:solidFill>
                  <a:srgbClr val="1A1633"/>
                </a:solidFill>
              </a:defRPr>
            </a:pPr>
            <a:r>
              <a:rPr sz="1875" b="0">
                <a:solidFill>
                  <a:srgbClr val="1A1633"/>
                </a:solidFill>
              </a:rPr>
              <a:t>B</a:t>
            </a:r>
          </a:p>
        </p:txBody>
      </p:sp>
      <p:sp>
        <p:nvSpPr>
          <p:cNvPr id="13" name="">
            <a:extLst xmlns:a="http://schemas.openxmlformats.org/drawingml/2006/main">
              <a:ext uri="{FF2B5EF4-FFF2-40B4-BE49-F238E27FC236}">
                <a16:creationId xmlns:a16="http://schemas.microsoft.com/office/drawing/2014/main" id="{9534A632-82C8-46BA-97B8-64BF64772739}"/>
              </a:ext>
            </a:extLst>
          </p:cNvPr>
          <p:cNvSpPr>
            <a:spLocks xmlns:a="http://schemas.openxmlformats.org/drawingml/2006/main" noGrp="1"/>
          </p:cNvSpPr>
          <p:nvPr/>
        </p:nvSpPr>
        <p:spPr>
          <a:xfrm xmlns:a="http://schemas.openxmlformats.org/drawingml/2006/main">
            <a:off x="666750" y="33051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A1633"/>
                </a:solidFill>
              </a:defRPr>
            </a:defPPr>
          </a:lstStyle>
          <a:p xmlns:a="http://schemas.openxmlformats.org/drawingml/2006/main">
            <a:pPr>
              <a:defRPr sz="1875" b="0">
                <a:solidFill>
                  <a:srgbClr val="1A1633"/>
                </a:solidFill>
              </a:defRPr>
            </a:pPr>
            <a:r>
              <a:rPr sz="1875" b="0">
                <a:solidFill>
                  <a:srgbClr val="1A1633"/>
                </a:solidFill>
              </a:rPr>
              <a:t>G</a:t>
            </a:r>
          </a:p>
        </p:txBody>
      </p:sp>
      <p:sp>
        <p:nvSpPr>
          <p:cNvPr id="14" name="">
            <a:extLst xmlns:a="http://schemas.openxmlformats.org/drawingml/2006/main">
              <a:ext uri="{FF2B5EF4-FFF2-40B4-BE49-F238E27FC236}">
                <a16:creationId xmlns:a16="http://schemas.microsoft.com/office/drawing/2014/main" id="{1C637957-3EC0-4F2F-888F-9B0728BE5837}"/>
              </a:ext>
            </a:extLst>
          </p:cNvPr>
          <p:cNvSpPr>
            <a:spLocks xmlns:a="http://schemas.openxmlformats.org/drawingml/2006/main" noGrp="1"/>
          </p:cNvSpPr>
          <p:nvPr/>
        </p:nvSpPr>
        <p:spPr>
          <a:xfrm xmlns:a="http://schemas.openxmlformats.org/drawingml/2006/main">
            <a:off x="666750" y="37242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A1633"/>
                </a:solidFill>
              </a:defRPr>
            </a:defPPr>
          </a:lstStyle>
          <a:p xmlns:a="http://schemas.openxmlformats.org/drawingml/2006/main">
            <a:pPr>
              <a:defRPr sz="1875" b="0">
                <a:solidFill>
                  <a:srgbClr val="1A1633"/>
                </a:solidFill>
              </a:defRPr>
            </a:pPr>
            <a:r>
              <a:rPr sz="1875" b="0">
                <a:solidFill>
                  <a:srgbClr val="1A1633"/>
                </a:solidFill>
              </a:rPr>
              <a:t>D</a:t>
            </a:r>
          </a:p>
        </p:txBody>
      </p:sp>
      <p:sp>
        <p:nvSpPr>
          <p:cNvPr id="15" name="">
            <a:extLst xmlns:a="http://schemas.openxmlformats.org/drawingml/2006/main">
              <a:ext uri="{FF2B5EF4-FFF2-40B4-BE49-F238E27FC236}">
                <a16:creationId xmlns:a16="http://schemas.microsoft.com/office/drawing/2014/main" id="{EAA40E7A-B724-4E6F-9A26-1C355F730ABC}"/>
              </a:ext>
            </a:extLst>
          </p:cNvPr>
          <p:cNvSpPr>
            <a:spLocks xmlns:a="http://schemas.openxmlformats.org/drawingml/2006/main" noGrp="1"/>
          </p:cNvSpPr>
          <p:nvPr/>
        </p:nvSpPr>
        <p:spPr>
          <a:xfrm xmlns:a="http://schemas.openxmlformats.org/drawingml/2006/main">
            <a:off x="666750" y="41433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A1633"/>
                </a:solidFill>
              </a:defRPr>
            </a:defPPr>
          </a:lstStyle>
          <a:p xmlns:a="http://schemas.openxmlformats.org/drawingml/2006/main">
            <a:pPr>
              <a:defRPr sz="1875" b="0">
                <a:solidFill>
                  <a:srgbClr val="1A1633"/>
                </a:solidFill>
              </a:defRPr>
            </a:pPr>
            <a:r>
              <a:rPr sz="1875" b="0">
                <a:solidFill>
                  <a:srgbClr val="1A1633"/>
                </a:solidFill>
              </a:rPr>
              <a:t>A</a:t>
            </a:r>
          </a:p>
        </p:txBody>
      </p:sp>
      <p:sp>
        <p:nvSpPr>
          <p:cNvPr id="16" name="">
            <a:extLst xmlns:a="http://schemas.openxmlformats.org/drawingml/2006/main">
              <a:ext uri="{FF2B5EF4-FFF2-40B4-BE49-F238E27FC236}">
                <a16:creationId xmlns:a16="http://schemas.microsoft.com/office/drawing/2014/main" id="{38785E28-7929-4A98-8DE4-8D7D5570A96B}"/>
              </a:ext>
            </a:extLst>
          </p:cNvPr>
          <p:cNvSpPr>
            <a:spLocks xmlns:a="http://schemas.openxmlformats.org/drawingml/2006/main" noGrp="1"/>
          </p:cNvSpPr>
          <p:nvPr/>
        </p:nvSpPr>
        <p:spPr>
          <a:xfrm xmlns:a="http://schemas.openxmlformats.org/drawingml/2006/main">
            <a:off x="666750" y="45624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A1633"/>
                </a:solidFill>
              </a:defRPr>
            </a:defPPr>
          </a:lstStyle>
          <a:p xmlns:a="http://schemas.openxmlformats.org/drawingml/2006/main">
            <a:pPr>
              <a:defRPr sz="1875" b="0">
                <a:solidFill>
                  <a:srgbClr val="1A1633"/>
                </a:solidFill>
              </a:defRPr>
            </a:pPr>
            <a:r>
              <a:rPr sz="1875" b="0">
                <a:solidFill>
                  <a:srgbClr val="1A1633"/>
                </a:solidFill>
              </a:rPr>
              <a:t>E</a:t>
            </a:r>
          </a:p>
        </p:txBody>
      </p:sp>
      <p:sp>
        <p:nvSpPr>
          <p:cNvPr id="17" name="">
            <a:extLst xmlns:a="http://schemas.openxmlformats.org/drawingml/2006/main">
              <a:ext uri="{FF2B5EF4-FFF2-40B4-BE49-F238E27FC236}">
                <a16:creationId xmlns:a16="http://schemas.microsoft.com/office/drawing/2014/main" id="{5CF7AB68-6235-41D6-888E-6DDE63D6349C}"/>
              </a:ext>
            </a:extLst>
          </p:cNvPr>
          <p:cNvSpPr>
            <a:spLocks xmlns:a="http://schemas.openxmlformats.org/drawingml/2006/main" noGrp="1"/>
          </p:cNvSpPr>
          <p:nvPr/>
        </p:nvSpPr>
        <p:spPr>
          <a:xfrm xmlns:a="http://schemas.openxmlformats.org/drawingml/2006/main">
            <a:off x="2667000" y="3705225"/>
            <a:ext cx="428625" cy="428625"/>
          </a:xfrm>
          <a:prstGeom xmlns:a="http://schemas.openxmlformats.org/drawingml/2006/main" prst="rect">
            <a:avLst/>
          </a:prstGeom>
          <a:solidFill xmlns:a="http://schemas.openxmlformats.org/drawingml/2006/main">
            <a:srgbClr val="FBFA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8B64286-F5A1-4CA9-959E-3F979E6C9456}"/>
              </a:ext>
            </a:extLst>
          </p:cNvPr>
          <p:cNvSpPr>
            <a:spLocks xmlns:a="http://schemas.openxmlformats.org/drawingml/2006/main" noGrp="1"/>
          </p:cNvSpPr>
          <p:nvPr/>
        </p:nvSpPr>
        <p:spPr>
          <a:xfrm xmlns:a="http://schemas.openxmlformats.org/drawingml/2006/main">
            <a:off x="2733675" y="370522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D28E0"/>
                </a:solidFill>
              </a:defRPr>
            </a:defPPr>
          </a:lstStyle>
          <a:p xmlns:a="http://schemas.openxmlformats.org/drawingml/2006/main">
            <a:pPr>
              <a:defRPr sz="2250" b="1">
                <a:solidFill>
                  <a:srgbClr val="6D28E0"/>
                </a:solidFill>
              </a:defRPr>
            </a:pPr>
            <a:r>
              <a:rPr sz="2250" b="1">
                <a:solidFill>
                  <a:srgbClr val="6D28E0"/>
                </a:solidFill>
              </a:rPr>
              <a:t>0</a:t>
            </a:r>
          </a:p>
        </p:txBody>
      </p:sp>
      <p:sp>
        <p:nvSpPr>
          <p:cNvPr id="19" name="">
            <a:extLst xmlns:a="http://schemas.openxmlformats.org/drawingml/2006/main">
              <a:ext uri="{FF2B5EF4-FFF2-40B4-BE49-F238E27FC236}">
                <a16:creationId xmlns:a16="http://schemas.microsoft.com/office/drawing/2014/main" id="{4DBBDE07-B2F2-40F3-8889-A8DF29C30098}"/>
              </a:ext>
            </a:extLst>
          </p:cNvPr>
          <p:cNvSpPr>
            <a:spLocks xmlns:a="http://schemas.openxmlformats.org/drawingml/2006/main" noGrp="1"/>
          </p:cNvSpPr>
          <p:nvPr/>
        </p:nvSpPr>
        <p:spPr>
          <a:xfrm xmlns:a="http://schemas.openxmlformats.org/drawingml/2006/main">
            <a:off x="4381500" y="3705225"/>
            <a:ext cx="428625" cy="428625"/>
          </a:xfrm>
          <a:prstGeom xmlns:a="http://schemas.openxmlformats.org/drawingml/2006/main" prst="rect">
            <a:avLst/>
          </a:prstGeom>
          <a:solidFill xmlns:a="http://schemas.openxmlformats.org/drawingml/2006/main">
            <a:srgbClr val="FBFA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22FCF7E-9EE4-49E8-88C9-083615B4F784}"/>
              </a:ext>
            </a:extLst>
          </p:cNvPr>
          <p:cNvSpPr>
            <a:spLocks xmlns:a="http://schemas.openxmlformats.org/drawingml/2006/main" noGrp="1"/>
          </p:cNvSpPr>
          <p:nvPr/>
        </p:nvSpPr>
        <p:spPr>
          <a:xfrm xmlns:a="http://schemas.openxmlformats.org/drawingml/2006/main">
            <a:off x="4448175" y="370522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D28E0"/>
                </a:solidFill>
              </a:defRPr>
            </a:defPPr>
          </a:lstStyle>
          <a:p xmlns:a="http://schemas.openxmlformats.org/drawingml/2006/main">
            <a:pPr>
              <a:defRPr sz="2250" b="1">
                <a:solidFill>
                  <a:srgbClr val="6D28E0"/>
                </a:solidFill>
              </a:defRPr>
            </a:pPr>
            <a:r>
              <a:rPr sz="2250" b="1">
                <a:solidFill>
                  <a:srgbClr val="6D28E0"/>
                </a:solidFill>
              </a:rPr>
              <a:t>2</a:t>
            </a:r>
          </a:p>
        </p:txBody>
      </p:sp>
      <p:sp>
        <p:nvSpPr>
          <p:cNvPr id="21" name="">
            <a:extLst xmlns:a="http://schemas.openxmlformats.org/drawingml/2006/main">
              <a:ext uri="{FF2B5EF4-FFF2-40B4-BE49-F238E27FC236}">
                <a16:creationId xmlns:a16="http://schemas.microsoft.com/office/drawing/2014/main" id="{F4DE7F19-A2C0-4239-A631-7AC3CAA4EDB8}"/>
              </a:ext>
            </a:extLst>
          </p:cNvPr>
          <p:cNvSpPr>
            <a:spLocks xmlns:a="http://schemas.openxmlformats.org/drawingml/2006/main" noGrp="1"/>
          </p:cNvSpPr>
          <p:nvPr/>
        </p:nvSpPr>
        <p:spPr>
          <a:xfrm xmlns:a="http://schemas.openxmlformats.org/drawingml/2006/main">
            <a:off x="6096000" y="3705225"/>
            <a:ext cx="428625" cy="428625"/>
          </a:xfrm>
          <a:prstGeom xmlns:a="http://schemas.openxmlformats.org/drawingml/2006/main" prst="rect">
            <a:avLst/>
          </a:prstGeom>
          <a:solidFill xmlns:a="http://schemas.openxmlformats.org/drawingml/2006/main">
            <a:srgbClr val="FBFAF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204232A-B236-422F-A346-71C80B37AD02}"/>
              </a:ext>
            </a:extLst>
          </p:cNvPr>
          <p:cNvSpPr>
            <a:spLocks xmlns:a="http://schemas.openxmlformats.org/drawingml/2006/main" noGrp="1"/>
          </p:cNvSpPr>
          <p:nvPr/>
        </p:nvSpPr>
        <p:spPr>
          <a:xfrm xmlns:a="http://schemas.openxmlformats.org/drawingml/2006/main">
            <a:off x="6162675" y="370522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D28E0"/>
                </a:solidFill>
              </a:defRPr>
            </a:defPPr>
          </a:lstStyle>
          <a:p xmlns:a="http://schemas.openxmlformats.org/drawingml/2006/main">
            <a:pPr>
              <a:defRPr sz="2250" b="1">
                <a:solidFill>
                  <a:srgbClr val="6D28E0"/>
                </a:solidFill>
              </a:defRPr>
            </a:pPr>
            <a:r>
              <a:rPr sz="2250" b="1">
                <a:solidFill>
                  <a:srgbClr val="6D28E0"/>
                </a:solidFill>
              </a:rPr>
              <a:t>3</a:t>
            </a:r>
          </a:p>
        </p:txBody>
      </p:sp>
      <p:sp>
        <p:nvSpPr>
          <p:cNvPr id="23" name="">
            <a:extLst xmlns:a="http://schemas.openxmlformats.org/drawingml/2006/main">
              <a:ext uri="{FF2B5EF4-FFF2-40B4-BE49-F238E27FC236}">
                <a16:creationId xmlns:a16="http://schemas.microsoft.com/office/drawing/2014/main" id="{64820043-2266-41C3-9B0E-618C4BB3A57C}"/>
              </a:ext>
            </a:extLst>
          </p:cNvPr>
          <p:cNvSpPr>
            <a:spLocks xmlns:a="http://schemas.openxmlformats.org/drawingml/2006/main" noGrp="1"/>
          </p:cNvSpPr>
          <p:nvPr/>
        </p:nvSpPr>
        <p:spPr>
          <a:xfrm xmlns:a="http://schemas.openxmlformats.org/drawingml/2006/main">
            <a:off x="7810500" y="3705225"/>
            <a:ext cx="428625" cy="428625"/>
          </a:xfrm>
          <a:prstGeom xmlns:a="http://schemas.openxmlformats.org/drawingml/2006/main" prst="rect">
            <a:avLst/>
          </a:prstGeom>
          <a:solidFill xmlns:a="http://schemas.openxmlformats.org/drawingml/2006/main">
            <a:srgbClr val="FBFA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AE2237B-F6B2-4341-84F4-81EF4860CDA0}"/>
              </a:ext>
            </a:extLst>
          </p:cNvPr>
          <p:cNvSpPr>
            <a:spLocks xmlns:a="http://schemas.openxmlformats.org/drawingml/2006/main" noGrp="1"/>
          </p:cNvSpPr>
          <p:nvPr/>
        </p:nvSpPr>
        <p:spPr>
          <a:xfrm xmlns:a="http://schemas.openxmlformats.org/drawingml/2006/main">
            <a:off x="7877175" y="370522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6D28E0"/>
                </a:solidFill>
              </a:defRPr>
            </a:defPPr>
          </a:lstStyle>
          <a:p xmlns:a="http://schemas.openxmlformats.org/drawingml/2006/main">
            <a:pPr>
              <a:defRPr sz="2250" b="1">
                <a:solidFill>
                  <a:srgbClr val="6D28E0"/>
                </a:solidFill>
              </a:defRPr>
            </a:pPr>
            <a:r>
              <a:rPr sz="2250" b="1">
                <a:solidFill>
                  <a:srgbClr val="6D28E0"/>
                </a:solidFill>
              </a:rPr>
              <a:t>2</a:t>
            </a:r>
          </a:p>
        </p:txBody>
      </p:sp>
      <p:sp>
        <p:nvSpPr>
          <p:cNvPr id="25" name="">
            <a:extLst xmlns:a="http://schemas.openxmlformats.org/drawingml/2006/main">
              <a:ext uri="{FF2B5EF4-FFF2-40B4-BE49-F238E27FC236}">
                <a16:creationId xmlns:a16="http://schemas.microsoft.com/office/drawing/2014/main" id="{61D16DCF-21AB-4F65-8E28-94D729D4CB50}"/>
              </a:ext>
            </a:extLst>
          </p:cNvPr>
          <p:cNvSpPr>
            <a:spLocks xmlns:a="http://schemas.openxmlformats.org/drawingml/2006/main" noGrp="1"/>
          </p:cNvSpPr>
          <p:nvPr/>
        </p:nvSpPr>
        <p:spPr>
          <a:xfrm xmlns:a="http://schemas.openxmlformats.org/drawingml/2006/main">
            <a:off x="647700" y="56007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A1633"/>
                </a:solidFill>
              </a:defRPr>
            </a:defPPr>
          </a:lstStyle>
          <a:p xmlns:a="http://schemas.openxmlformats.org/drawingml/2006/main">
            <a:pPr>
              <a:defRPr sz="2100" b="0">
                <a:solidFill>
                  <a:srgbClr val="1A1633"/>
                </a:solidFill>
              </a:defRPr>
            </a:pPr>
            <a:r>
              <a:rPr sz="2100" b="0">
                <a:solidFill>
                  <a:srgbClr val="1A1633"/>
                </a:solidFill>
              </a:rPr>
              <a:t>[Fingering, direction or timing cue]</a:t>
            </a:r>
          </a:p>
        </p:txBody>
      </p:sp>
    </p:spTree>
    <p:extLst>
      <p:ext uri="{BB962C8B-B14F-4D97-AF65-F5344CB8AC3E}">
        <p14:creationId xmlns:p14="http://schemas.microsoft.com/office/powerpoint/2010/main" val="576711256"/>
      </p:ext>
    </p:extLst>
  </p:cSld>
</p:sld>
</file>

<file path=ppt/slides/slide23.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8AA370F-C3A5-4D30-BF85-70E281A6F1D6}"/>
              </a:ext>
            </a:extLst>
          </p:cNvPr>
          <p:cNvPicPr>
            <a:picLocks xmlns:a="http://schemas.openxmlformats.org/drawingml/2006/main" noChangeAspect="1"/>
          </p:cNvPicPr>
          <p:nvPr/>
        </p:nvPicPr>
        <p:blipFill>
          <a:blip xmlns:r="http://schemas.openxmlformats.org/officeDocument/2006/relationships" xmlns:a="http://schemas.openxmlformats.org/drawingml/2006/main" r:embed="R9293a32ff2504396"/>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8F0AB9E-E5D1-46CA-B5E6-0EF47531A0E3}"/>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33665811-8F27-4E47-9C8D-1FD00B8C8606}"/>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23</a:t>
            </a:r>
          </a:p>
        </p:txBody>
      </p:sp>
      <p:sp>
        <p:nvSpPr>
          <p:cNvPr id="4" name="">
            <a:extLst xmlns:a="http://schemas.openxmlformats.org/drawingml/2006/main">
              <a:ext uri="{FF2B5EF4-FFF2-40B4-BE49-F238E27FC236}">
                <a16:creationId xmlns:a16="http://schemas.microsoft.com/office/drawing/2014/main" id="{E6A0ED33-32B1-4FC3-B5A1-17342798FEDB}"/>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Harmony across a phrase</a:t>
            </a:r>
          </a:p>
        </p:txBody>
      </p:sp>
      <p:sp>
        <p:nvSpPr>
          <p:cNvPr id="5" name="">
            <a:extLst xmlns:a="http://schemas.openxmlformats.org/drawingml/2006/main">
              <a:ext uri="{FF2B5EF4-FFF2-40B4-BE49-F238E27FC236}">
                <a16:creationId xmlns:a16="http://schemas.microsoft.com/office/drawing/2014/main" id="{34443BDF-6185-478D-B1C5-BD7CBD3C8CAA}"/>
              </a:ext>
            </a:extLst>
          </p:cNvPr>
          <p:cNvSpPr>
            <a:spLocks xmlns:a="http://schemas.openxmlformats.org/drawingml/2006/main" noGrp="1"/>
          </p:cNvSpPr>
          <p:nvPr/>
        </p:nvSpPr>
        <p:spPr>
          <a:xfrm xmlns:a="http://schemas.openxmlformats.org/drawingml/2006/main">
            <a:off x="666750" y="2619375"/>
            <a:ext cx="238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00" b="1">
                <a:solidFill>
                  <a:srgbClr val="6D28E0"/>
                </a:solidFill>
              </a:defRPr>
            </a:defPPr>
          </a:lstStyle>
          <a:p xmlns:a="http://schemas.openxmlformats.org/drawingml/2006/main">
            <a:pPr>
              <a:defRPr sz="6300" b="1">
                <a:solidFill>
                  <a:srgbClr val="6D28E0"/>
                </a:solidFill>
              </a:defRPr>
            </a:pPr>
            <a:r>
              <a:rPr sz="6300" b="1">
                <a:solidFill>
                  <a:srgbClr val="6D28E0"/>
                </a:solidFill>
              </a:rPr>
              <a:t>C</a:t>
            </a:r>
          </a:p>
        </p:txBody>
      </p:sp>
      <p:sp>
        <p:nvSpPr>
          <p:cNvPr id="6" name="">
            <a:extLst xmlns:a="http://schemas.openxmlformats.org/drawingml/2006/main">
              <a:ext uri="{FF2B5EF4-FFF2-40B4-BE49-F238E27FC236}">
                <a16:creationId xmlns:a16="http://schemas.microsoft.com/office/drawing/2014/main" id="{41BA996C-30D3-49D3-A472-900B7DFE9588}"/>
              </a:ext>
            </a:extLst>
          </p:cNvPr>
          <p:cNvSpPr>
            <a:spLocks xmlns:a="http://schemas.openxmlformats.org/drawingml/2006/main" noGrp="1"/>
          </p:cNvSpPr>
          <p:nvPr/>
        </p:nvSpPr>
        <p:spPr>
          <a:xfrm xmlns:a="http://schemas.openxmlformats.org/drawingml/2006/main">
            <a:off x="714375" y="39338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5470"/>
                </a:solidFill>
              </a:defRPr>
            </a:defPPr>
          </a:lstStyle>
          <a:p xmlns:a="http://schemas.openxmlformats.org/drawingml/2006/main">
            <a:pPr>
              <a:defRPr sz="2250" b="0">
                <a:solidFill>
                  <a:srgbClr val="5B5470"/>
                </a:solidFill>
              </a:defRPr>
            </a:pPr>
            <a:r>
              <a:rPr sz="2250" b="0">
                <a:solidFill>
                  <a:srgbClr val="5B5470"/>
                </a:solidFill>
              </a:rPr>
              <a:t>I</a:t>
            </a:r>
          </a:p>
        </p:txBody>
      </p:sp>
      <p:sp>
        <p:nvSpPr>
          <p:cNvPr id="7" name="">
            <a:extLst xmlns:a="http://schemas.openxmlformats.org/drawingml/2006/main">
              <a:ext uri="{FF2B5EF4-FFF2-40B4-BE49-F238E27FC236}">
                <a16:creationId xmlns:a16="http://schemas.microsoft.com/office/drawing/2014/main" id="{D4286BE9-6B43-44FE-83DB-FF527C545E11}"/>
              </a:ext>
            </a:extLst>
          </p:cNvPr>
          <p:cNvSpPr>
            <a:spLocks xmlns:a="http://schemas.openxmlformats.org/drawingml/2006/main" noGrp="1"/>
          </p:cNvSpPr>
          <p:nvPr/>
        </p:nvSpPr>
        <p:spPr>
          <a:xfrm xmlns:a="http://schemas.openxmlformats.org/drawingml/2006/main">
            <a:off x="3390900" y="2619375"/>
            <a:ext cx="238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00" b="1">
                <a:solidFill>
                  <a:srgbClr val="6D28E0"/>
                </a:solidFill>
              </a:defRPr>
            </a:defPPr>
          </a:lstStyle>
          <a:p xmlns:a="http://schemas.openxmlformats.org/drawingml/2006/main">
            <a:pPr>
              <a:defRPr sz="6300" b="1">
                <a:solidFill>
                  <a:srgbClr val="6D28E0"/>
                </a:solidFill>
              </a:defRPr>
            </a:pPr>
            <a:r>
              <a:rPr sz="6300" b="1">
                <a:solidFill>
                  <a:srgbClr val="6D28E0"/>
                </a:solidFill>
              </a:rPr>
              <a:t>Am</a:t>
            </a:r>
          </a:p>
        </p:txBody>
      </p:sp>
      <p:sp>
        <p:nvSpPr>
          <p:cNvPr id="8" name="">
            <a:extLst xmlns:a="http://schemas.openxmlformats.org/drawingml/2006/main">
              <a:ext uri="{FF2B5EF4-FFF2-40B4-BE49-F238E27FC236}">
                <a16:creationId xmlns:a16="http://schemas.microsoft.com/office/drawing/2014/main" id="{4B04F28B-430A-451F-AD4A-15A4009CB8EA}"/>
              </a:ext>
            </a:extLst>
          </p:cNvPr>
          <p:cNvSpPr>
            <a:spLocks xmlns:a="http://schemas.openxmlformats.org/drawingml/2006/main" noGrp="1"/>
          </p:cNvSpPr>
          <p:nvPr/>
        </p:nvSpPr>
        <p:spPr>
          <a:xfrm xmlns:a="http://schemas.openxmlformats.org/drawingml/2006/main">
            <a:off x="3438525" y="39338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5470"/>
                </a:solidFill>
              </a:defRPr>
            </a:defPPr>
          </a:lstStyle>
          <a:p xmlns:a="http://schemas.openxmlformats.org/drawingml/2006/main">
            <a:pPr>
              <a:defRPr sz="2250" b="0">
                <a:solidFill>
                  <a:srgbClr val="5B5470"/>
                </a:solidFill>
              </a:defRPr>
            </a:pPr>
            <a:r>
              <a:rPr sz="2250" b="0">
                <a:solidFill>
                  <a:srgbClr val="5B5470"/>
                </a:solidFill>
              </a:rPr>
              <a:t>vi</a:t>
            </a:r>
          </a:p>
        </p:txBody>
      </p:sp>
      <p:sp>
        <p:nvSpPr>
          <p:cNvPr id="9" name="">
            <a:extLst xmlns:a="http://schemas.openxmlformats.org/drawingml/2006/main">
              <a:ext uri="{FF2B5EF4-FFF2-40B4-BE49-F238E27FC236}">
                <a16:creationId xmlns:a16="http://schemas.microsoft.com/office/drawing/2014/main" id="{03DAE37C-122C-4A7D-90F3-700EF9107A6D}"/>
              </a:ext>
            </a:extLst>
          </p:cNvPr>
          <p:cNvSpPr>
            <a:spLocks xmlns:a="http://schemas.openxmlformats.org/drawingml/2006/main" noGrp="1"/>
          </p:cNvSpPr>
          <p:nvPr/>
        </p:nvSpPr>
        <p:spPr>
          <a:xfrm xmlns:a="http://schemas.openxmlformats.org/drawingml/2006/main">
            <a:off x="6115050" y="2619375"/>
            <a:ext cx="238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00" b="1">
                <a:solidFill>
                  <a:srgbClr val="6D28E0"/>
                </a:solidFill>
              </a:defRPr>
            </a:defPPr>
          </a:lstStyle>
          <a:p xmlns:a="http://schemas.openxmlformats.org/drawingml/2006/main">
            <a:pPr>
              <a:defRPr sz="6300" b="1">
                <a:solidFill>
                  <a:srgbClr val="6D28E0"/>
                </a:solidFill>
              </a:defRPr>
            </a:pPr>
            <a:r>
              <a:rPr sz="6300" b="1">
                <a:solidFill>
                  <a:srgbClr val="6D28E0"/>
                </a:solidFill>
              </a:rPr>
              <a:t>F</a:t>
            </a:r>
          </a:p>
        </p:txBody>
      </p:sp>
      <p:sp>
        <p:nvSpPr>
          <p:cNvPr id="10" name="">
            <a:extLst xmlns:a="http://schemas.openxmlformats.org/drawingml/2006/main">
              <a:ext uri="{FF2B5EF4-FFF2-40B4-BE49-F238E27FC236}">
                <a16:creationId xmlns:a16="http://schemas.microsoft.com/office/drawing/2014/main" id="{C68C7507-AFB1-4E00-ACEC-5B77D9E659E2}"/>
              </a:ext>
            </a:extLst>
          </p:cNvPr>
          <p:cNvSpPr>
            <a:spLocks xmlns:a="http://schemas.openxmlformats.org/drawingml/2006/main" noGrp="1"/>
          </p:cNvSpPr>
          <p:nvPr/>
        </p:nvSpPr>
        <p:spPr>
          <a:xfrm xmlns:a="http://schemas.openxmlformats.org/drawingml/2006/main">
            <a:off x="6162675" y="39338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5470"/>
                </a:solidFill>
              </a:defRPr>
            </a:defPPr>
          </a:lstStyle>
          <a:p xmlns:a="http://schemas.openxmlformats.org/drawingml/2006/main">
            <a:pPr>
              <a:defRPr sz="2250" b="0">
                <a:solidFill>
                  <a:srgbClr val="5B5470"/>
                </a:solidFill>
              </a:defRPr>
            </a:pPr>
            <a:r>
              <a:rPr sz="2250" b="0">
                <a:solidFill>
                  <a:srgbClr val="5B5470"/>
                </a:solidFill>
              </a:rPr>
              <a:t>IV</a:t>
            </a:r>
          </a:p>
        </p:txBody>
      </p:sp>
      <p:sp>
        <p:nvSpPr>
          <p:cNvPr id="11" name="">
            <a:extLst xmlns:a="http://schemas.openxmlformats.org/drawingml/2006/main">
              <a:ext uri="{FF2B5EF4-FFF2-40B4-BE49-F238E27FC236}">
                <a16:creationId xmlns:a16="http://schemas.microsoft.com/office/drawing/2014/main" id="{F193E904-A615-4AAF-A3D0-72E5DA89F41A}"/>
              </a:ext>
            </a:extLst>
          </p:cNvPr>
          <p:cNvSpPr>
            <a:spLocks xmlns:a="http://schemas.openxmlformats.org/drawingml/2006/main" noGrp="1"/>
          </p:cNvSpPr>
          <p:nvPr/>
        </p:nvSpPr>
        <p:spPr>
          <a:xfrm xmlns:a="http://schemas.openxmlformats.org/drawingml/2006/main">
            <a:off x="8839200" y="2619375"/>
            <a:ext cx="238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00" b="1">
                <a:solidFill>
                  <a:srgbClr val="6D28E0"/>
                </a:solidFill>
              </a:defRPr>
            </a:defPPr>
          </a:lstStyle>
          <a:p xmlns:a="http://schemas.openxmlformats.org/drawingml/2006/main">
            <a:pPr>
              <a:defRPr sz="6300" b="1">
                <a:solidFill>
                  <a:srgbClr val="6D28E0"/>
                </a:solidFill>
              </a:defRPr>
            </a:pPr>
            <a:r>
              <a:rPr sz="6300" b="1">
                <a:solidFill>
                  <a:srgbClr val="6D28E0"/>
                </a:solidFill>
              </a:rPr>
              <a:t>G</a:t>
            </a:r>
          </a:p>
        </p:txBody>
      </p:sp>
      <p:sp>
        <p:nvSpPr>
          <p:cNvPr id="12" name="">
            <a:extLst xmlns:a="http://schemas.openxmlformats.org/drawingml/2006/main">
              <a:ext uri="{FF2B5EF4-FFF2-40B4-BE49-F238E27FC236}">
                <a16:creationId xmlns:a16="http://schemas.microsoft.com/office/drawing/2014/main" id="{66D1675A-C7AE-4AA2-BC8B-074F0B28C17E}"/>
              </a:ext>
            </a:extLst>
          </p:cNvPr>
          <p:cNvSpPr>
            <a:spLocks xmlns:a="http://schemas.openxmlformats.org/drawingml/2006/main" noGrp="1"/>
          </p:cNvSpPr>
          <p:nvPr/>
        </p:nvSpPr>
        <p:spPr>
          <a:xfrm xmlns:a="http://schemas.openxmlformats.org/drawingml/2006/main">
            <a:off x="8886825" y="39338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5470"/>
                </a:solidFill>
              </a:defRPr>
            </a:defPPr>
          </a:lstStyle>
          <a:p xmlns:a="http://schemas.openxmlformats.org/drawingml/2006/main">
            <a:pPr>
              <a:defRPr sz="2250" b="0">
                <a:solidFill>
                  <a:srgbClr val="5B5470"/>
                </a:solidFill>
              </a:defRPr>
            </a:pPr>
            <a:r>
              <a:rPr sz="2250" b="0">
                <a:solidFill>
                  <a:srgbClr val="5B5470"/>
                </a:solidFill>
              </a:rPr>
              <a:t>V</a:t>
            </a:r>
          </a:p>
        </p:txBody>
      </p:sp>
      <p:sp>
        <p:nvSpPr>
          <p:cNvPr id="13" name="">
            <a:extLst xmlns:a="http://schemas.openxmlformats.org/drawingml/2006/main">
              <a:ext uri="{FF2B5EF4-FFF2-40B4-BE49-F238E27FC236}">
                <a16:creationId xmlns:a16="http://schemas.microsoft.com/office/drawing/2014/main" id="{702E2587-8236-4A9B-9C35-8A786F13D267}"/>
              </a:ext>
            </a:extLst>
          </p:cNvPr>
          <p:cNvSpPr>
            <a:spLocks xmlns:a="http://schemas.openxmlformats.org/drawingml/2006/main" noGrp="1"/>
          </p:cNvSpPr>
          <p:nvPr/>
        </p:nvSpPr>
        <p:spPr>
          <a:xfrm xmlns:a="http://schemas.openxmlformats.org/drawingml/2006/main">
            <a:off x="647700" y="4810125"/>
            <a:ext cx="10858500" cy="19050"/>
          </a:xfrm>
          <a:prstGeom xmlns:a="http://schemas.openxmlformats.org/drawingml/2006/main" prst="rect">
            <a:avLst/>
          </a:prstGeom>
          <a:solidFill xmlns:a="http://schemas.openxmlformats.org/drawingml/2006/main">
            <a:srgbClr val="E4DEF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8335E7-9889-4E64-B5C5-FB9DA475841E}"/>
              </a:ext>
            </a:extLst>
          </p:cNvPr>
          <p:cNvSpPr>
            <a:spLocks xmlns:a="http://schemas.openxmlformats.org/drawingml/2006/main" noGrp="1"/>
          </p:cNvSpPr>
          <p:nvPr/>
        </p:nvSpPr>
        <p:spPr>
          <a:xfrm xmlns:a="http://schemas.openxmlformats.org/drawingml/2006/main">
            <a:off x="647700" y="52863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A1633"/>
                </a:solidFill>
              </a:defRPr>
            </a:defPPr>
          </a:lstStyle>
          <a:p xmlns:a="http://schemas.openxmlformats.org/drawingml/2006/main">
            <a:pPr>
              <a:defRPr sz="2325" b="0">
                <a:solidFill>
                  <a:srgbClr val="1A1633"/>
                </a:solidFill>
              </a:defRPr>
            </a:pPr>
            <a:r>
              <a:rPr sz="2325" b="0">
                <a:solidFill>
                  <a:srgbClr val="1A1633"/>
                </a:solidFill>
              </a:rPr>
              <a:t>[How the harmony supports the melody or groove]</a:t>
            </a:r>
          </a:p>
        </p:txBody>
      </p:sp>
    </p:spTree>
    <p:extLst>
      <p:ext uri="{BB962C8B-B14F-4D97-AF65-F5344CB8AC3E}">
        <p14:creationId xmlns:p14="http://schemas.microsoft.com/office/powerpoint/2010/main" val="1508036497"/>
      </p:ext>
    </p:extLst>
  </p:cSld>
</p:sld>
</file>

<file path=ppt/slides/slide24.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F517C4B-BA44-4301-96A5-5A1F244AD468}"/>
              </a:ext>
            </a:extLst>
          </p:cNvPr>
          <p:cNvPicPr>
            <a:picLocks xmlns:a="http://schemas.openxmlformats.org/drawingml/2006/main" noChangeAspect="1"/>
          </p:cNvPicPr>
          <p:nvPr/>
        </p:nvPicPr>
        <p:blipFill>
          <a:blip xmlns:r="http://schemas.openxmlformats.org/officeDocument/2006/relationships" xmlns:a="http://schemas.openxmlformats.org/drawingml/2006/main" r:embed="Rfccf1dba8d944c32"/>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E51D3AB-8932-47EA-934B-529FB885DFF9}"/>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4F0CB53C-5411-41A7-B80D-D3601BC77DEF}"/>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24</a:t>
            </a:r>
          </a:p>
        </p:txBody>
      </p:sp>
      <p:sp>
        <p:nvSpPr>
          <p:cNvPr id="4" name="">
            <a:extLst xmlns:a="http://schemas.openxmlformats.org/drawingml/2006/main">
              <a:ext uri="{FF2B5EF4-FFF2-40B4-BE49-F238E27FC236}">
                <a16:creationId xmlns:a16="http://schemas.microsoft.com/office/drawing/2014/main" id="{17CAA30B-D7D4-4381-84F9-D5E8FA3D867A}"/>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 musical form or lesson map]</a:t>
            </a:r>
          </a:p>
        </p:txBody>
      </p:sp>
      <p:sp>
        <p:nvSpPr>
          <p:cNvPr id="5" name="">
            <a:extLst xmlns:a="http://schemas.openxmlformats.org/drawingml/2006/main">
              <a:ext uri="{FF2B5EF4-FFF2-40B4-BE49-F238E27FC236}">
                <a16:creationId xmlns:a16="http://schemas.microsoft.com/office/drawing/2014/main" id="{5690FC47-F3F3-4959-99C7-63B1A0856DF5}"/>
              </a:ext>
            </a:extLst>
          </p:cNvPr>
          <p:cNvSpPr>
            <a:spLocks xmlns:a="http://schemas.openxmlformats.org/drawingml/2006/main" noGrp="1"/>
          </p:cNvSpPr>
          <p:nvPr/>
        </p:nvSpPr>
        <p:spPr>
          <a:xfrm xmlns:a="http://schemas.openxmlformats.org/drawingml/2006/main">
            <a:off x="666750" y="25527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025" b="1">
                <a:solidFill>
                  <a:srgbClr val="6D28E0"/>
                </a:solidFill>
              </a:defRPr>
            </a:defPPr>
          </a:lstStyle>
          <a:p xmlns:a="http://schemas.openxmlformats.org/drawingml/2006/main">
            <a:pPr>
              <a:defRPr sz="5025" b="1">
                <a:solidFill>
                  <a:srgbClr val="6D28E0"/>
                </a:solidFill>
              </a:defRPr>
            </a:pPr>
            <a:r>
              <a:rPr sz="5025" b="1">
                <a:solidFill>
                  <a:srgbClr val="6D28E0"/>
                </a:solidFill>
              </a:rPr>
              <a:t>01</a:t>
            </a:r>
          </a:p>
        </p:txBody>
      </p:sp>
      <p:sp>
        <p:nvSpPr>
          <p:cNvPr id="6" name="">
            <a:extLst xmlns:a="http://schemas.openxmlformats.org/drawingml/2006/main">
              <a:ext uri="{FF2B5EF4-FFF2-40B4-BE49-F238E27FC236}">
                <a16:creationId xmlns:a16="http://schemas.microsoft.com/office/drawing/2014/main" id="{13D28A06-351B-4CBF-A7AB-2193B7C40789}"/>
              </a:ext>
            </a:extLst>
          </p:cNvPr>
          <p:cNvSpPr>
            <a:spLocks xmlns:a="http://schemas.openxmlformats.org/drawingml/2006/main" noGrp="1"/>
          </p:cNvSpPr>
          <p:nvPr/>
        </p:nvSpPr>
        <p:spPr>
          <a:xfrm xmlns:a="http://schemas.openxmlformats.org/drawingml/2006/main">
            <a:off x="666750" y="38100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A1633"/>
                </a:solidFill>
              </a:defRPr>
            </a:defPPr>
          </a:lstStyle>
          <a:p xmlns:a="http://schemas.openxmlformats.org/drawingml/2006/main">
            <a:pPr>
              <a:defRPr sz="2175" b="0">
                <a:solidFill>
                  <a:srgbClr val="1A1633"/>
                </a:solidFill>
              </a:defRPr>
            </a:pPr>
            <a:r>
              <a:rPr sz="2175" b="0">
                <a:solidFill>
                  <a:srgbClr val="1A1633"/>
                </a:solidFill>
              </a:rPr>
              <a:t>[Intro]</a:t>
            </a:r>
          </a:p>
        </p:txBody>
      </p:sp>
      <p:sp>
        <p:nvSpPr>
          <p:cNvPr id="7" name="">
            <a:extLst xmlns:a="http://schemas.openxmlformats.org/drawingml/2006/main">
              <a:ext uri="{FF2B5EF4-FFF2-40B4-BE49-F238E27FC236}">
                <a16:creationId xmlns:a16="http://schemas.microsoft.com/office/drawing/2014/main" id="{271D1784-A3F4-4AB1-8B33-D16D2830B89F}"/>
              </a:ext>
            </a:extLst>
          </p:cNvPr>
          <p:cNvSpPr>
            <a:spLocks xmlns:a="http://schemas.openxmlformats.org/drawingml/2006/main" noGrp="1"/>
          </p:cNvSpPr>
          <p:nvPr/>
        </p:nvSpPr>
        <p:spPr>
          <a:xfrm xmlns:a="http://schemas.openxmlformats.org/drawingml/2006/main">
            <a:off x="666750" y="46196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5470"/>
                </a:solidFill>
              </a:defRPr>
            </a:defPPr>
          </a:lstStyle>
          <a:p xmlns:a="http://schemas.openxmlformats.org/drawingml/2006/main">
            <a:pPr>
              <a:defRPr sz="1800" b="0">
                <a:solidFill>
                  <a:srgbClr val="5B5470"/>
                </a:solidFill>
              </a:defRPr>
            </a:pPr>
            <a:r>
              <a:rPr sz="1800" b="0">
                <a:solidFill>
                  <a:srgbClr val="5B5470"/>
                </a:solidFill>
              </a:rPr>
              <a:t>[Musical cue]</a:t>
            </a:r>
          </a:p>
        </p:txBody>
      </p:sp>
      <p:sp>
        <p:nvSpPr>
          <p:cNvPr id="8" name="">
            <a:extLst xmlns:a="http://schemas.openxmlformats.org/drawingml/2006/main">
              <a:ext uri="{FF2B5EF4-FFF2-40B4-BE49-F238E27FC236}">
                <a16:creationId xmlns:a16="http://schemas.microsoft.com/office/drawing/2014/main" id="{9A79F628-C7B1-4C03-A6EA-82BF4ED7F382}"/>
              </a:ext>
            </a:extLst>
          </p:cNvPr>
          <p:cNvSpPr>
            <a:spLocks xmlns:a="http://schemas.openxmlformats.org/drawingml/2006/main" noGrp="1"/>
          </p:cNvSpPr>
          <p:nvPr/>
        </p:nvSpPr>
        <p:spPr>
          <a:xfrm xmlns:a="http://schemas.openxmlformats.org/drawingml/2006/main">
            <a:off x="3390900" y="25527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025" b="1">
                <a:solidFill>
                  <a:srgbClr val="6D28E0"/>
                </a:solidFill>
              </a:defRPr>
            </a:defPPr>
          </a:lstStyle>
          <a:p xmlns:a="http://schemas.openxmlformats.org/drawingml/2006/main">
            <a:pPr>
              <a:defRPr sz="5025" b="1">
                <a:solidFill>
                  <a:srgbClr val="6D28E0"/>
                </a:solidFill>
              </a:defRPr>
            </a:pPr>
            <a:r>
              <a:rPr sz="5025" b="1">
                <a:solidFill>
                  <a:srgbClr val="6D28E0"/>
                </a:solidFill>
              </a:rPr>
              <a:t>02</a:t>
            </a:r>
          </a:p>
        </p:txBody>
      </p:sp>
      <p:sp>
        <p:nvSpPr>
          <p:cNvPr id="9" name="">
            <a:extLst xmlns:a="http://schemas.openxmlformats.org/drawingml/2006/main">
              <a:ext uri="{FF2B5EF4-FFF2-40B4-BE49-F238E27FC236}">
                <a16:creationId xmlns:a16="http://schemas.microsoft.com/office/drawing/2014/main" id="{57ABC2F4-12C0-4763-9401-5D579BA94C72}"/>
              </a:ext>
            </a:extLst>
          </p:cNvPr>
          <p:cNvSpPr>
            <a:spLocks xmlns:a="http://schemas.openxmlformats.org/drawingml/2006/main" noGrp="1"/>
          </p:cNvSpPr>
          <p:nvPr/>
        </p:nvSpPr>
        <p:spPr>
          <a:xfrm xmlns:a="http://schemas.openxmlformats.org/drawingml/2006/main">
            <a:off x="3390900" y="38100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A1633"/>
                </a:solidFill>
              </a:defRPr>
            </a:defPPr>
          </a:lstStyle>
          <a:p xmlns:a="http://schemas.openxmlformats.org/drawingml/2006/main">
            <a:pPr>
              <a:defRPr sz="2175" b="0">
                <a:solidFill>
                  <a:srgbClr val="1A1633"/>
                </a:solidFill>
              </a:defRPr>
            </a:pPr>
            <a:r>
              <a:rPr sz="2175" b="0">
                <a:solidFill>
                  <a:srgbClr val="1A1633"/>
                </a:solidFill>
              </a:rPr>
              <a:t>[Verse]</a:t>
            </a:r>
          </a:p>
        </p:txBody>
      </p:sp>
      <p:sp>
        <p:nvSpPr>
          <p:cNvPr id="10" name="">
            <a:extLst xmlns:a="http://schemas.openxmlformats.org/drawingml/2006/main">
              <a:ext uri="{FF2B5EF4-FFF2-40B4-BE49-F238E27FC236}">
                <a16:creationId xmlns:a16="http://schemas.microsoft.com/office/drawing/2014/main" id="{FF1C5307-EB09-4F31-A4FA-AEB92D395825}"/>
              </a:ext>
            </a:extLst>
          </p:cNvPr>
          <p:cNvSpPr>
            <a:spLocks xmlns:a="http://schemas.openxmlformats.org/drawingml/2006/main" noGrp="1"/>
          </p:cNvSpPr>
          <p:nvPr/>
        </p:nvSpPr>
        <p:spPr>
          <a:xfrm xmlns:a="http://schemas.openxmlformats.org/drawingml/2006/main">
            <a:off x="3390900" y="46196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5470"/>
                </a:solidFill>
              </a:defRPr>
            </a:defPPr>
          </a:lstStyle>
          <a:p xmlns:a="http://schemas.openxmlformats.org/drawingml/2006/main">
            <a:pPr>
              <a:defRPr sz="1800" b="0">
                <a:solidFill>
                  <a:srgbClr val="5B5470"/>
                </a:solidFill>
              </a:defRPr>
            </a:pPr>
            <a:r>
              <a:rPr sz="1800" b="0">
                <a:solidFill>
                  <a:srgbClr val="5B5470"/>
                </a:solidFill>
              </a:rPr>
              <a:t>[Musical cue]</a:t>
            </a:r>
          </a:p>
        </p:txBody>
      </p:sp>
      <p:sp>
        <p:nvSpPr>
          <p:cNvPr id="11" name="">
            <a:extLst xmlns:a="http://schemas.openxmlformats.org/drawingml/2006/main">
              <a:ext uri="{FF2B5EF4-FFF2-40B4-BE49-F238E27FC236}">
                <a16:creationId xmlns:a16="http://schemas.microsoft.com/office/drawing/2014/main" id="{05D0AC09-4E1B-4069-8880-83F377E45C2E}"/>
              </a:ext>
            </a:extLst>
          </p:cNvPr>
          <p:cNvSpPr>
            <a:spLocks xmlns:a="http://schemas.openxmlformats.org/drawingml/2006/main" noGrp="1"/>
          </p:cNvSpPr>
          <p:nvPr/>
        </p:nvSpPr>
        <p:spPr>
          <a:xfrm xmlns:a="http://schemas.openxmlformats.org/drawingml/2006/main">
            <a:off x="6115050" y="25527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025" b="1">
                <a:solidFill>
                  <a:srgbClr val="6D28E0"/>
                </a:solidFill>
              </a:defRPr>
            </a:defPPr>
          </a:lstStyle>
          <a:p xmlns:a="http://schemas.openxmlformats.org/drawingml/2006/main">
            <a:pPr>
              <a:defRPr sz="5025" b="1">
                <a:solidFill>
                  <a:srgbClr val="6D28E0"/>
                </a:solidFill>
              </a:defRPr>
            </a:pPr>
            <a:r>
              <a:rPr sz="5025" b="1">
                <a:solidFill>
                  <a:srgbClr val="6D28E0"/>
                </a:solidFill>
              </a:rPr>
              <a:t>03</a:t>
            </a:r>
          </a:p>
        </p:txBody>
      </p:sp>
      <p:sp>
        <p:nvSpPr>
          <p:cNvPr id="12" name="">
            <a:extLst xmlns:a="http://schemas.openxmlformats.org/drawingml/2006/main">
              <a:ext uri="{FF2B5EF4-FFF2-40B4-BE49-F238E27FC236}">
                <a16:creationId xmlns:a16="http://schemas.microsoft.com/office/drawing/2014/main" id="{1D0F713B-45EA-4A6B-896A-2CBE4594BB03}"/>
              </a:ext>
            </a:extLst>
          </p:cNvPr>
          <p:cNvSpPr>
            <a:spLocks xmlns:a="http://schemas.openxmlformats.org/drawingml/2006/main" noGrp="1"/>
          </p:cNvSpPr>
          <p:nvPr/>
        </p:nvSpPr>
        <p:spPr>
          <a:xfrm xmlns:a="http://schemas.openxmlformats.org/drawingml/2006/main">
            <a:off x="6115050" y="38100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A1633"/>
                </a:solidFill>
              </a:defRPr>
            </a:defPPr>
          </a:lstStyle>
          <a:p xmlns:a="http://schemas.openxmlformats.org/drawingml/2006/main">
            <a:pPr>
              <a:defRPr sz="2175" b="0">
                <a:solidFill>
                  <a:srgbClr val="1A1633"/>
                </a:solidFill>
              </a:defRPr>
            </a:pPr>
            <a:r>
              <a:rPr sz="2175" b="0">
                <a:solidFill>
                  <a:srgbClr val="1A1633"/>
                </a:solidFill>
              </a:rPr>
              <a:t>[Chorus]</a:t>
            </a:r>
          </a:p>
        </p:txBody>
      </p:sp>
      <p:sp>
        <p:nvSpPr>
          <p:cNvPr id="13" name="">
            <a:extLst xmlns:a="http://schemas.openxmlformats.org/drawingml/2006/main">
              <a:ext uri="{FF2B5EF4-FFF2-40B4-BE49-F238E27FC236}">
                <a16:creationId xmlns:a16="http://schemas.microsoft.com/office/drawing/2014/main" id="{62441FB0-0F4C-4140-8828-0C5D4C0B2DE9}"/>
              </a:ext>
            </a:extLst>
          </p:cNvPr>
          <p:cNvSpPr>
            <a:spLocks xmlns:a="http://schemas.openxmlformats.org/drawingml/2006/main" noGrp="1"/>
          </p:cNvSpPr>
          <p:nvPr/>
        </p:nvSpPr>
        <p:spPr>
          <a:xfrm xmlns:a="http://schemas.openxmlformats.org/drawingml/2006/main">
            <a:off x="6115050" y="46196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5470"/>
                </a:solidFill>
              </a:defRPr>
            </a:defPPr>
          </a:lstStyle>
          <a:p xmlns:a="http://schemas.openxmlformats.org/drawingml/2006/main">
            <a:pPr>
              <a:defRPr sz="1800" b="0">
                <a:solidFill>
                  <a:srgbClr val="5B5470"/>
                </a:solidFill>
              </a:defRPr>
            </a:pPr>
            <a:r>
              <a:rPr sz="1800" b="0">
                <a:solidFill>
                  <a:srgbClr val="5B5470"/>
                </a:solidFill>
              </a:rPr>
              <a:t>[Musical cue]</a:t>
            </a:r>
          </a:p>
        </p:txBody>
      </p:sp>
      <p:sp>
        <p:nvSpPr>
          <p:cNvPr id="14" name="">
            <a:extLst xmlns:a="http://schemas.openxmlformats.org/drawingml/2006/main">
              <a:ext uri="{FF2B5EF4-FFF2-40B4-BE49-F238E27FC236}">
                <a16:creationId xmlns:a16="http://schemas.microsoft.com/office/drawing/2014/main" id="{56B91044-92E7-4F79-B6DE-428372B87554}"/>
              </a:ext>
            </a:extLst>
          </p:cNvPr>
          <p:cNvSpPr>
            <a:spLocks xmlns:a="http://schemas.openxmlformats.org/drawingml/2006/main" noGrp="1"/>
          </p:cNvSpPr>
          <p:nvPr/>
        </p:nvSpPr>
        <p:spPr>
          <a:xfrm xmlns:a="http://schemas.openxmlformats.org/drawingml/2006/main">
            <a:off x="8839200" y="25527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025" b="1">
                <a:solidFill>
                  <a:srgbClr val="6D28E0"/>
                </a:solidFill>
              </a:defRPr>
            </a:defPPr>
          </a:lstStyle>
          <a:p xmlns:a="http://schemas.openxmlformats.org/drawingml/2006/main">
            <a:pPr>
              <a:defRPr sz="5025" b="1">
                <a:solidFill>
                  <a:srgbClr val="6D28E0"/>
                </a:solidFill>
              </a:defRPr>
            </a:pPr>
            <a:r>
              <a:rPr sz="5025" b="1">
                <a:solidFill>
                  <a:srgbClr val="6D28E0"/>
                </a:solidFill>
              </a:rPr>
              <a:t>04</a:t>
            </a:r>
          </a:p>
        </p:txBody>
      </p:sp>
      <p:sp>
        <p:nvSpPr>
          <p:cNvPr id="15" name="">
            <a:extLst xmlns:a="http://schemas.openxmlformats.org/drawingml/2006/main">
              <a:ext uri="{FF2B5EF4-FFF2-40B4-BE49-F238E27FC236}">
                <a16:creationId xmlns:a16="http://schemas.microsoft.com/office/drawing/2014/main" id="{85A2AECF-C498-477A-8DE8-E20106D2914D}"/>
              </a:ext>
            </a:extLst>
          </p:cNvPr>
          <p:cNvSpPr>
            <a:spLocks xmlns:a="http://schemas.openxmlformats.org/drawingml/2006/main" noGrp="1"/>
          </p:cNvSpPr>
          <p:nvPr/>
        </p:nvSpPr>
        <p:spPr>
          <a:xfrm xmlns:a="http://schemas.openxmlformats.org/drawingml/2006/main">
            <a:off x="8839200" y="38100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A1633"/>
                </a:solidFill>
              </a:defRPr>
            </a:defPPr>
          </a:lstStyle>
          <a:p xmlns:a="http://schemas.openxmlformats.org/drawingml/2006/main">
            <a:pPr>
              <a:defRPr sz="2175" b="0">
                <a:solidFill>
                  <a:srgbClr val="1A1633"/>
                </a:solidFill>
              </a:defRPr>
            </a:pPr>
            <a:r>
              <a:rPr sz="2175" b="0">
                <a:solidFill>
                  <a:srgbClr val="1A1633"/>
                </a:solidFill>
              </a:rPr>
              <a:t>[Return]</a:t>
            </a:r>
          </a:p>
        </p:txBody>
      </p:sp>
      <p:sp>
        <p:nvSpPr>
          <p:cNvPr id="16" name="">
            <a:extLst xmlns:a="http://schemas.openxmlformats.org/drawingml/2006/main">
              <a:ext uri="{FF2B5EF4-FFF2-40B4-BE49-F238E27FC236}">
                <a16:creationId xmlns:a16="http://schemas.microsoft.com/office/drawing/2014/main" id="{679CFBA6-50E8-4A7F-A44D-2143106E2080}"/>
              </a:ext>
            </a:extLst>
          </p:cNvPr>
          <p:cNvSpPr>
            <a:spLocks xmlns:a="http://schemas.openxmlformats.org/drawingml/2006/main" noGrp="1"/>
          </p:cNvSpPr>
          <p:nvPr/>
        </p:nvSpPr>
        <p:spPr>
          <a:xfrm xmlns:a="http://schemas.openxmlformats.org/drawingml/2006/main">
            <a:off x="8839200" y="46196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5470"/>
                </a:solidFill>
              </a:defRPr>
            </a:defPPr>
          </a:lstStyle>
          <a:p xmlns:a="http://schemas.openxmlformats.org/drawingml/2006/main">
            <a:pPr>
              <a:defRPr sz="1800" b="0">
                <a:solidFill>
                  <a:srgbClr val="5B5470"/>
                </a:solidFill>
              </a:defRPr>
            </a:pPr>
            <a:r>
              <a:rPr sz="1800" b="0">
                <a:solidFill>
                  <a:srgbClr val="5B5470"/>
                </a:solidFill>
              </a:rPr>
              <a:t>[Musical cue]</a:t>
            </a:r>
          </a:p>
        </p:txBody>
      </p:sp>
    </p:spTree>
    <p:extLst>
      <p:ext uri="{BB962C8B-B14F-4D97-AF65-F5344CB8AC3E}">
        <p14:creationId xmlns:p14="http://schemas.microsoft.com/office/powerpoint/2010/main" val="1296382829"/>
      </p:ext>
    </p:extLst>
  </p:cSld>
</p:sld>
</file>

<file path=ppt/slides/slide25.xml><?xml version="1.0" encoding="utf-8"?>
<p:sld xmlns:p="http://schemas.openxmlformats.org/presentationml/2006/main">
  <p:cSld>
    <p:bg>
      <p:bgPr>
        <a:solidFill xmlns:a="http://schemas.openxmlformats.org/drawingml/2006/main">
          <a:srgbClr val="6D28E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A3D689-BD88-4EAE-8BB7-D6F4ACAC24E9}"/>
              </a:ext>
            </a:extLst>
          </p:cNvPr>
          <p:cNvSpPr>
            <a:spLocks xmlns:a="http://schemas.openxmlformats.org/drawingml/2006/main" noGrp="1"/>
          </p:cNvSpPr>
          <p:nvPr/>
        </p:nvSpPr>
        <p:spPr>
          <a:xfrm xmlns:a="http://schemas.openxmlformats.org/drawingml/2006/main">
            <a:off x="6096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2" name="">
            <a:extLst xmlns:a="http://schemas.openxmlformats.org/drawingml/2006/main">
              <a:ext uri="{FF2B5EF4-FFF2-40B4-BE49-F238E27FC236}">
                <a16:creationId xmlns:a16="http://schemas.microsoft.com/office/drawing/2014/main" id="{D72154A6-AB0C-4E09-A81A-01477DAE6881}"/>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25</a:t>
            </a:r>
          </a:p>
        </p:txBody>
      </p:sp>
      <p:sp>
        <p:nvSpPr>
          <p:cNvPr id="3" name="">
            <a:extLst xmlns:a="http://schemas.openxmlformats.org/drawingml/2006/main">
              <a:ext uri="{FF2B5EF4-FFF2-40B4-BE49-F238E27FC236}">
                <a16:creationId xmlns:a16="http://schemas.microsoft.com/office/drawing/2014/main" id="{D1E81755-01CD-4C0B-860B-C76220BA141B}"/>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Your turn</a:t>
            </a:r>
          </a:p>
        </p:txBody>
      </p:sp>
      <p:sp>
        <p:nvSpPr>
          <p:cNvPr id="4" name="">
            <a:extLst xmlns:a="http://schemas.openxmlformats.org/drawingml/2006/main">
              <a:ext uri="{FF2B5EF4-FFF2-40B4-BE49-F238E27FC236}">
                <a16:creationId xmlns:a16="http://schemas.microsoft.com/office/drawing/2014/main" id="{12414E15-B3A8-4EAD-BD56-C79241ABFFF4}"/>
              </a:ext>
            </a:extLst>
          </p:cNvPr>
          <p:cNvSpPr>
            <a:spLocks xmlns:a="http://schemas.openxmlformats.org/drawingml/2006/main" noGrp="1"/>
          </p:cNvSpPr>
          <p:nvPr/>
        </p:nvSpPr>
        <p:spPr>
          <a:xfrm xmlns:a="http://schemas.openxmlformats.org/drawingml/2006/main">
            <a:off x="609600" y="2428875"/>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75" b="1">
                <a:solidFill>
                  <a:srgbClr val="FFFFFF"/>
                </a:solidFill>
              </a:defRPr>
            </a:defPPr>
          </a:lstStyle>
          <a:p xmlns:a="http://schemas.openxmlformats.org/drawingml/2006/main">
            <a:pPr>
              <a:defRPr sz="4875" b="1">
                <a:solidFill>
                  <a:srgbClr val="FFFFFF"/>
                </a:solidFill>
              </a:defRPr>
            </a:pPr>
            <a:r>
              <a:rPr sz="4875" b="1">
                <a:solidFill>
                  <a:srgbClr val="FFFFFF"/>
                </a:solidFill>
              </a:rPr>
              <a:t>[The exact learner task]</a:t>
            </a:r>
          </a:p>
        </p:txBody>
      </p:sp>
      <p:sp>
        <p:nvSpPr>
          <p:cNvPr id="5" name="">
            <a:extLst xmlns:a="http://schemas.openxmlformats.org/drawingml/2006/main">
              <a:ext uri="{FF2B5EF4-FFF2-40B4-BE49-F238E27FC236}">
                <a16:creationId xmlns:a16="http://schemas.microsoft.com/office/drawing/2014/main" id="{21B6023A-4462-4BDC-AF29-8A88385729AF}"/>
              </a:ext>
            </a:extLst>
          </p:cNvPr>
          <p:cNvSpPr>
            <a:spLocks xmlns:a="http://schemas.openxmlformats.org/drawingml/2006/main" noGrp="1"/>
          </p:cNvSpPr>
          <p:nvPr/>
        </p:nvSpPr>
        <p:spPr>
          <a:xfrm xmlns:a="http://schemas.openxmlformats.org/drawingml/2006/main">
            <a:off x="647700" y="4552950"/>
            <a:ext cx="1028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FFFFF"/>
                </a:solidFill>
              </a:defRPr>
            </a:defPPr>
          </a:lstStyle>
          <a:p xmlns:a="http://schemas.openxmlformats.org/drawingml/2006/main">
            <a:pPr>
              <a:defRPr sz="2325" b="0">
                <a:solidFill>
                  <a:srgbClr val="FFFFFF"/>
                </a:solidFill>
              </a:defRPr>
            </a:pPr>
            <a:r>
              <a:rPr sz="2325" b="0">
                <a:solidFill>
                  <a:srgbClr val="FFFFFF"/>
                </a:solidFill>
              </a:rPr>
              <a:t>[Starting condition or stimulus]</a:t>
            </a:r>
          </a:p>
          <a:p xmlns:a="http://schemas.openxmlformats.org/drawingml/2006/main">
            <a:pPr>
              <a:defRPr sz="2325" b="0">
                <a:solidFill>
                  <a:srgbClr val="FFFFFF"/>
                </a:solidFill>
              </a:defRPr>
            </a:pPr>
            <a:r>
              <a:rPr sz="2325" b="0">
                <a:solidFill>
                  <a:srgbClr val="FFFFFF"/>
                </a:solidFill>
              </a:rPr>
              <a:t>[How the learner responds]</a:t>
            </a:r>
          </a:p>
        </p:txBody>
      </p:sp>
    </p:spTree>
    <p:extLst>
      <p:ext uri="{BB962C8B-B14F-4D97-AF65-F5344CB8AC3E}">
        <p14:creationId xmlns:p14="http://schemas.microsoft.com/office/powerpoint/2010/main" val="815669064"/>
      </p:ext>
    </p:extLst>
  </p:cSld>
</p:sld>
</file>

<file path=ppt/slides/slide26.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E47DDF7-0152-4045-9EF7-48FA9E187A73}"/>
              </a:ext>
            </a:extLst>
          </p:cNvPr>
          <p:cNvPicPr>
            <a:picLocks xmlns:a="http://schemas.openxmlformats.org/drawingml/2006/main" noChangeAspect="1"/>
          </p:cNvPicPr>
          <p:nvPr/>
        </p:nvPicPr>
        <p:blipFill>
          <a:blip xmlns:r="http://schemas.openxmlformats.org/officeDocument/2006/relationships" xmlns:a="http://schemas.openxmlformats.org/drawingml/2006/main" r:embed="R59a3e78a08f44af5"/>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D39368-8349-463C-A476-18A396C8943B}"/>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C93C0C78-3DC8-4415-9CF2-FAFB0689CED4}"/>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26</a:t>
            </a:r>
          </a:p>
        </p:txBody>
      </p:sp>
      <p:sp>
        <p:nvSpPr>
          <p:cNvPr id="4" name="">
            <a:extLst xmlns:a="http://schemas.openxmlformats.org/drawingml/2006/main">
              <a:ext uri="{FF2B5EF4-FFF2-40B4-BE49-F238E27FC236}">
                <a16:creationId xmlns:a16="http://schemas.microsoft.com/office/drawing/2014/main" id="{25828288-D3D4-467C-81F1-0EE0A754C1D4}"/>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 question with choices]</a:t>
            </a:r>
          </a:p>
        </p:txBody>
      </p:sp>
      <p:sp>
        <p:nvSpPr>
          <p:cNvPr id="5" name="">
            <a:extLst xmlns:a="http://schemas.openxmlformats.org/drawingml/2006/main">
              <a:ext uri="{FF2B5EF4-FFF2-40B4-BE49-F238E27FC236}">
                <a16:creationId xmlns:a16="http://schemas.microsoft.com/office/drawing/2014/main" id="{CEE3894A-9BC1-47EE-9A95-0C87B3649902}"/>
              </a:ext>
            </a:extLst>
          </p:cNvPr>
          <p:cNvSpPr>
            <a:spLocks xmlns:a="http://schemas.openxmlformats.org/drawingml/2006/main" noGrp="1"/>
          </p:cNvSpPr>
          <p:nvPr/>
        </p:nvSpPr>
        <p:spPr>
          <a:xfrm xmlns:a="http://schemas.openxmlformats.org/drawingml/2006/main">
            <a:off x="609600" y="23336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A1633"/>
                </a:solidFill>
              </a:defRPr>
            </a:defPPr>
          </a:lstStyle>
          <a:p xmlns:a="http://schemas.openxmlformats.org/drawingml/2006/main">
            <a:pPr>
              <a:defRPr sz="2925" b="1">
                <a:solidFill>
                  <a:srgbClr val="1A1633"/>
                </a:solidFill>
              </a:defRPr>
            </a:pPr>
            <a:r>
              <a:rPr sz="2925" b="1">
                <a:solidFill>
                  <a:srgbClr val="1A1633"/>
                </a:solidFill>
              </a:rPr>
              <a:t>[A specific question about the stimulus]</a:t>
            </a:r>
          </a:p>
        </p:txBody>
      </p:sp>
      <p:sp>
        <p:nvSpPr>
          <p:cNvPr id="6" name="">
            <a:extLst xmlns:a="http://schemas.openxmlformats.org/drawingml/2006/main">
              <a:ext uri="{FF2B5EF4-FFF2-40B4-BE49-F238E27FC236}">
                <a16:creationId xmlns:a16="http://schemas.microsoft.com/office/drawing/2014/main" id="{8BCE8F7D-A0E1-43DE-919C-C16740F0BF47}"/>
              </a:ext>
            </a:extLst>
          </p:cNvPr>
          <p:cNvSpPr>
            <a:spLocks xmlns:a="http://schemas.openxmlformats.org/drawingml/2006/main" noGrp="1"/>
          </p:cNvSpPr>
          <p:nvPr/>
        </p:nvSpPr>
        <p:spPr>
          <a:xfrm xmlns:a="http://schemas.openxmlformats.org/drawingml/2006/main">
            <a:off x="647700" y="3562350"/>
            <a:ext cx="10810875" cy="19050"/>
          </a:xfrm>
          <a:prstGeom xmlns:a="http://schemas.openxmlformats.org/drawingml/2006/main" prst="rect">
            <a:avLst/>
          </a:prstGeom>
          <a:solidFill xmlns:a="http://schemas.openxmlformats.org/drawingml/2006/main">
            <a:srgbClr val="E4DEF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2B17F6-35AC-472B-9DB2-0C249366C1B3}"/>
              </a:ext>
            </a:extLst>
          </p:cNvPr>
          <p:cNvSpPr>
            <a:spLocks xmlns:a="http://schemas.openxmlformats.org/drawingml/2006/main" noGrp="1"/>
          </p:cNvSpPr>
          <p:nvPr/>
        </p:nvSpPr>
        <p:spPr>
          <a:xfrm xmlns:a="http://schemas.openxmlformats.org/drawingml/2006/main">
            <a:off x="781050" y="3714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A1633"/>
                </a:solidFill>
              </a:defRPr>
            </a:defPPr>
          </a:lstStyle>
          <a:p xmlns:a="http://schemas.openxmlformats.org/drawingml/2006/main">
            <a:pPr>
              <a:defRPr sz="2100" b="0">
                <a:solidFill>
                  <a:srgbClr val="1A1633"/>
                </a:solidFill>
              </a:defRPr>
            </a:pPr>
            <a:r>
              <a:rPr sz="2100" b="0">
                <a:solidFill>
                  <a:srgbClr val="1A1633"/>
                </a:solidFill>
              </a:rPr>
              <a:t>A   [First option]</a:t>
            </a:r>
          </a:p>
        </p:txBody>
      </p:sp>
      <p:sp>
        <p:nvSpPr>
          <p:cNvPr id="8" name="">
            <a:extLst xmlns:a="http://schemas.openxmlformats.org/drawingml/2006/main">
              <a:ext uri="{FF2B5EF4-FFF2-40B4-BE49-F238E27FC236}">
                <a16:creationId xmlns:a16="http://schemas.microsoft.com/office/drawing/2014/main" id="{B4817023-5441-432E-A328-D247BB0C2D00}"/>
              </a:ext>
            </a:extLst>
          </p:cNvPr>
          <p:cNvSpPr>
            <a:spLocks xmlns:a="http://schemas.openxmlformats.org/drawingml/2006/main" noGrp="1"/>
          </p:cNvSpPr>
          <p:nvPr/>
        </p:nvSpPr>
        <p:spPr>
          <a:xfrm xmlns:a="http://schemas.openxmlformats.org/drawingml/2006/main">
            <a:off x="647700" y="4305300"/>
            <a:ext cx="10810875" cy="19050"/>
          </a:xfrm>
          <a:prstGeom xmlns:a="http://schemas.openxmlformats.org/drawingml/2006/main" prst="rect">
            <a:avLst/>
          </a:prstGeom>
          <a:solidFill xmlns:a="http://schemas.openxmlformats.org/drawingml/2006/main">
            <a:srgbClr val="E4DEF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25D63D1-10E4-4A8A-9C48-7E13901BFB4C}"/>
              </a:ext>
            </a:extLst>
          </p:cNvPr>
          <p:cNvSpPr>
            <a:spLocks xmlns:a="http://schemas.openxmlformats.org/drawingml/2006/main" noGrp="1"/>
          </p:cNvSpPr>
          <p:nvPr/>
        </p:nvSpPr>
        <p:spPr>
          <a:xfrm xmlns:a="http://schemas.openxmlformats.org/drawingml/2006/main">
            <a:off x="781050" y="44577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A1633"/>
                </a:solidFill>
              </a:defRPr>
            </a:defPPr>
          </a:lstStyle>
          <a:p xmlns:a="http://schemas.openxmlformats.org/drawingml/2006/main">
            <a:pPr>
              <a:defRPr sz="2100" b="0">
                <a:solidFill>
                  <a:srgbClr val="1A1633"/>
                </a:solidFill>
              </a:defRPr>
            </a:pPr>
            <a:r>
              <a:rPr sz="2100" b="0">
                <a:solidFill>
                  <a:srgbClr val="1A1633"/>
                </a:solidFill>
              </a:rPr>
              <a:t>B   [Second option]</a:t>
            </a:r>
          </a:p>
        </p:txBody>
      </p:sp>
      <p:sp>
        <p:nvSpPr>
          <p:cNvPr id="10" name="">
            <a:extLst xmlns:a="http://schemas.openxmlformats.org/drawingml/2006/main">
              <a:ext uri="{FF2B5EF4-FFF2-40B4-BE49-F238E27FC236}">
                <a16:creationId xmlns:a16="http://schemas.microsoft.com/office/drawing/2014/main" id="{7AB99870-820A-4892-947F-2D2E50ACFB19}"/>
              </a:ext>
            </a:extLst>
          </p:cNvPr>
          <p:cNvSpPr>
            <a:spLocks xmlns:a="http://schemas.openxmlformats.org/drawingml/2006/main" noGrp="1"/>
          </p:cNvSpPr>
          <p:nvPr/>
        </p:nvSpPr>
        <p:spPr>
          <a:xfrm xmlns:a="http://schemas.openxmlformats.org/drawingml/2006/main">
            <a:off x="647700" y="5048250"/>
            <a:ext cx="10810875" cy="19050"/>
          </a:xfrm>
          <a:prstGeom xmlns:a="http://schemas.openxmlformats.org/drawingml/2006/main" prst="rect">
            <a:avLst/>
          </a:prstGeom>
          <a:solidFill xmlns:a="http://schemas.openxmlformats.org/drawingml/2006/main">
            <a:srgbClr val="E4DE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CC7CBF-B79B-448A-AF2B-EBE952AADC32}"/>
              </a:ext>
            </a:extLst>
          </p:cNvPr>
          <p:cNvSpPr>
            <a:spLocks xmlns:a="http://schemas.openxmlformats.org/drawingml/2006/main" noGrp="1"/>
          </p:cNvSpPr>
          <p:nvPr/>
        </p:nvSpPr>
        <p:spPr>
          <a:xfrm xmlns:a="http://schemas.openxmlformats.org/drawingml/2006/main">
            <a:off x="781050" y="52006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A1633"/>
                </a:solidFill>
              </a:defRPr>
            </a:defPPr>
          </a:lstStyle>
          <a:p xmlns:a="http://schemas.openxmlformats.org/drawingml/2006/main">
            <a:pPr>
              <a:defRPr sz="2100" b="0">
                <a:solidFill>
                  <a:srgbClr val="1A1633"/>
                </a:solidFill>
              </a:defRPr>
            </a:pPr>
            <a:r>
              <a:rPr sz="2100" b="0">
                <a:solidFill>
                  <a:srgbClr val="1A1633"/>
                </a:solidFill>
              </a:rPr>
              <a:t>C   [Third option]</a:t>
            </a:r>
          </a:p>
        </p:txBody>
      </p:sp>
    </p:spTree>
    <p:extLst>
      <p:ext uri="{BB962C8B-B14F-4D97-AF65-F5344CB8AC3E}">
        <p14:creationId xmlns:p14="http://schemas.microsoft.com/office/powerpoint/2010/main" val="572418751"/>
      </p:ext>
    </p:extLst>
  </p:cSld>
</p:sld>
</file>

<file path=ppt/slides/slide27.xml><?xml version="1.0" encoding="utf-8"?>
<p:sld xmlns:p="http://schemas.openxmlformats.org/presentationml/2006/main">
  <p:cSld>
    <p:bg>
      <p:bgPr>
        <a:solidFill xmlns:a="http://schemas.openxmlformats.org/drawingml/2006/main">
          <a:srgbClr val="0B0D2E"/>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E47A267-FDE4-4B8A-8347-425D22C26087}"/>
              </a:ext>
            </a:extLst>
          </p:cNvPr>
          <p:cNvPicPr>
            <a:picLocks xmlns:a="http://schemas.openxmlformats.org/drawingml/2006/main" noChangeAspect="1"/>
          </p:cNvPicPr>
          <p:nvPr/>
        </p:nvPicPr>
        <p:blipFill>
          <a:blip xmlns:r="http://schemas.openxmlformats.org/officeDocument/2006/relationships" xmlns:a="http://schemas.openxmlformats.org/drawingml/2006/main" r:embed="R7536be2b04504816"/>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FA04C0-7126-429D-B657-E7CEA431865D}"/>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3" name="">
            <a:extLst xmlns:a="http://schemas.openxmlformats.org/drawingml/2006/main">
              <a:ext uri="{FF2B5EF4-FFF2-40B4-BE49-F238E27FC236}">
                <a16:creationId xmlns:a16="http://schemas.microsoft.com/office/drawing/2014/main" id="{286F445F-61C5-44EB-AA0F-013A5B7C6D38}"/>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27</a:t>
            </a:r>
          </a:p>
        </p:txBody>
      </p:sp>
      <p:sp>
        <p:nvSpPr>
          <p:cNvPr id="4" name="">
            <a:extLst xmlns:a="http://schemas.openxmlformats.org/drawingml/2006/main">
              <a:ext uri="{FF2B5EF4-FFF2-40B4-BE49-F238E27FC236}">
                <a16:creationId xmlns:a16="http://schemas.microsoft.com/office/drawing/2014/main" id="{BF14FDF3-3C6A-4EB7-B495-2ED1C2971355}"/>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[Compare two musical examples]</a:t>
            </a:r>
          </a:p>
        </p:txBody>
      </p:sp>
      <p:sp>
        <p:nvSpPr>
          <p:cNvPr id="5" name="">
            <a:extLst xmlns:a="http://schemas.openxmlformats.org/drawingml/2006/main">
              <a:ext uri="{FF2B5EF4-FFF2-40B4-BE49-F238E27FC236}">
                <a16:creationId xmlns:a16="http://schemas.microsoft.com/office/drawing/2014/main" id="{65E8D6FE-1B03-4773-B8BC-C0C645F82857}"/>
              </a:ext>
            </a:extLst>
          </p:cNvPr>
          <p:cNvSpPr>
            <a:spLocks xmlns:a="http://schemas.openxmlformats.org/drawingml/2006/main" noGrp="1"/>
          </p:cNvSpPr>
          <p:nvPr/>
        </p:nvSpPr>
        <p:spPr>
          <a:xfrm xmlns:a="http://schemas.openxmlformats.org/drawingml/2006/main">
            <a:off x="647700" y="24765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00" b="1">
                <a:solidFill>
                  <a:srgbClr val="C97CFF"/>
                </a:solidFill>
              </a:defRPr>
            </a:defPPr>
          </a:lstStyle>
          <a:p xmlns:a="http://schemas.openxmlformats.org/drawingml/2006/main">
            <a:pPr>
              <a:defRPr sz="6300" b="1">
                <a:solidFill>
                  <a:srgbClr val="C97CFF"/>
                </a:solidFill>
              </a:defRPr>
            </a:pPr>
            <a:r>
              <a:rPr sz="6300" b="1">
                <a:solidFill>
                  <a:srgbClr val="C97CFF"/>
                </a:solidFill>
              </a:rPr>
              <a:t>A</a:t>
            </a:r>
          </a:p>
        </p:txBody>
      </p:sp>
      <p:sp>
        <p:nvSpPr>
          <p:cNvPr id="6" name="">
            <a:extLst xmlns:a="http://schemas.openxmlformats.org/drawingml/2006/main">
              <a:ext uri="{FF2B5EF4-FFF2-40B4-BE49-F238E27FC236}">
                <a16:creationId xmlns:a16="http://schemas.microsoft.com/office/drawing/2014/main" id="{8D2D99B0-E522-402F-AE36-4909C4D60DCC}"/>
              </a:ext>
            </a:extLst>
          </p:cNvPr>
          <p:cNvSpPr>
            <a:spLocks xmlns:a="http://schemas.openxmlformats.org/drawingml/2006/main" noGrp="1"/>
          </p:cNvSpPr>
          <p:nvPr/>
        </p:nvSpPr>
        <p:spPr>
          <a:xfrm xmlns:a="http://schemas.openxmlformats.org/drawingml/2006/main">
            <a:off x="6572250" y="24765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00" b="1">
                <a:solidFill>
                  <a:srgbClr val="C97CFF"/>
                </a:solidFill>
              </a:defRPr>
            </a:defPPr>
          </a:lstStyle>
          <a:p xmlns:a="http://schemas.openxmlformats.org/drawingml/2006/main">
            <a:pPr>
              <a:defRPr sz="6300" b="1">
                <a:solidFill>
                  <a:srgbClr val="C97CFF"/>
                </a:solidFill>
              </a:defRPr>
            </a:pPr>
            <a:r>
              <a:rPr sz="6300" b="1">
                <a:solidFill>
                  <a:srgbClr val="C97CFF"/>
                </a:solidFill>
              </a:rPr>
              <a:t>B</a:t>
            </a:r>
          </a:p>
        </p:txBody>
      </p:sp>
      <p:sp>
        <p:nvSpPr>
          <p:cNvPr id="7" name="">
            <a:extLst xmlns:a="http://schemas.openxmlformats.org/drawingml/2006/main">
              <a:ext uri="{FF2B5EF4-FFF2-40B4-BE49-F238E27FC236}">
                <a16:creationId xmlns:a16="http://schemas.microsoft.com/office/drawing/2014/main" id="{295B3BB3-3917-4DFF-9B0A-5A57EC3550D1}"/>
              </a:ext>
            </a:extLst>
          </p:cNvPr>
          <p:cNvSpPr>
            <a:spLocks xmlns:a="http://schemas.openxmlformats.org/drawingml/2006/main" noGrp="1"/>
          </p:cNvSpPr>
          <p:nvPr/>
        </p:nvSpPr>
        <p:spPr>
          <a:xfrm xmlns:a="http://schemas.openxmlformats.org/drawingml/2006/main">
            <a:off x="647700" y="38100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FFFFF"/>
                </a:solidFill>
              </a:defRPr>
            </a:defPPr>
          </a:lstStyle>
          <a:p xmlns:a="http://schemas.openxmlformats.org/drawingml/2006/main">
            <a:pPr>
              <a:defRPr sz="2325" b="0">
                <a:solidFill>
                  <a:srgbClr val="FFFFFF"/>
                </a:solidFill>
              </a:defRPr>
            </a:pPr>
            <a:r>
              <a:rPr sz="2325" b="0">
                <a:solidFill>
                  <a:srgbClr val="FFFFFF"/>
                </a:solidFill>
              </a:rPr>
              <a:t>[Example A stimulus]</a:t>
            </a:r>
          </a:p>
        </p:txBody>
      </p:sp>
      <p:sp>
        <p:nvSpPr>
          <p:cNvPr id="8" name="">
            <a:extLst xmlns:a="http://schemas.openxmlformats.org/drawingml/2006/main">
              <a:ext uri="{FF2B5EF4-FFF2-40B4-BE49-F238E27FC236}">
                <a16:creationId xmlns:a16="http://schemas.microsoft.com/office/drawing/2014/main" id="{B8096256-42E2-4A0E-902B-BA4C3D281BA9}"/>
              </a:ext>
            </a:extLst>
          </p:cNvPr>
          <p:cNvSpPr>
            <a:spLocks xmlns:a="http://schemas.openxmlformats.org/drawingml/2006/main" noGrp="1"/>
          </p:cNvSpPr>
          <p:nvPr/>
        </p:nvSpPr>
        <p:spPr>
          <a:xfrm xmlns:a="http://schemas.openxmlformats.org/drawingml/2006/main">
            <a:off x="6572250" y="38100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FFFFF"/>
                </a:solidFill>
              </a:defRPr>
            </a:defPPr>
          </a:lstStyle>
          <a:p xmlns:a="http://schemas.openxmlformats.org/drawingml/2006/main">
            <a:pPr>
              <a:defRPr sz="2325" b="0">
                <a:solidFill>
                  <a:srgbClr val="FFFFFF"/>
                </a:solidFill>
              </a:defRPr>
            </a:pPr>
            <a:r>
              <a:rPr sz="2325" b="0">
                <a:solidFill>
                  <a:srgbClr val="FFFFFF"/>
                </a:solidFill>
              </a:rPr>
              <a:t>[Example B stimulus]</a:t>
            </a:r>
          </a:p>
        </p:txBody>
      </p:sp>
      <p:sp>
        <p:nvSpPr>
          <p:cNvPr id="9" name="">
            <a:extLst xmlns:a="http://schemas.openxmlformats.org/drawingml/2006/main">
              <a:ext uri="{FF2B5EF4-FFF2-40B4-BE49-F238E27FC236}">
                <a16:creationId xmlns:a16="http://schemas.microsoft.com/office/drawing/2014/main" id="{C6594698-C70B-4350-B6C1-540D7C0E20DC}"/>
              </a:ext>
            </a:extLst>
          </p:cNvPr>
          <p:cNvSpPr>
            <a:spLocks xmlns:a="http://schemas.openxmlformats.org/drawingml/2006/main" noGrp="1"/>
          </p:cNvSpPr>
          <p:nvPr/>
        </p:nvSpPr>
        <p:spPr>
          <a:xfrm xmlns:a="http://schemas.openxmlformats.org/drawingml/2006/main">
            <a:off x="647700" y="52578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FFFFF"/>
                </a:solidFill>
              </a:defRPr>
            </a:defPPr>
          </a:lstStyle>
          <a:p xmlns:a="http://schemas.openxmlformats.org/drawingml/2006/main">
            <a:pPr>
              <a:defRPr sz="2400" b="0">
                <a:solidFill>
                  <a:srgbClr val="FFFFFF"/>
                </a:solidFill>
              </a:defRPr>
            </a:pPr>
            <a:r>
              <a:rPr sz="2400" b="0">
                <a:solidFill>
                  <a:srgbClr val="FFFFFF"/>
                </a:solidFill>
              </a:rPr>
              <a:t>[What difference should the learner identify?]</a:t>
            </a:r>
          </a:p>
        </p:txBody>
      </p:sp>
    </p:spTree>
    <p:extLst>
      <p:ext uri="{BB962C8B-B14F-4D97-AF65-F5344CB8AC3E}">
        <p14:creationId xmlns:p14="http://schemas.microsoft.com/office/powerpoint/2010/main" val="1232080823"/>
      </p:ext>
    </p:extLst>
  </p:cSld>
</p:sld>
</file>

<file path=ppt/slides/slide28.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9D5695F-C84B-429E-9D45-C69303193817}"/>
              </a:ext>
            </a:extLst>
          </p:cNvPr>
          <p:cNvPicPr>
            <a:picLocks xmlns:a="http://schemas.openxmlformats.org/drawingml/2006/main" noChangeAspect="1"/>
          </p:cNvPicPr>
          <p:nvPr/>
        </p:nvPicPr>
        <p:blipFill>
          <a:blip xmlns:r="http://schemas.openxmlformats.org/officeDocument/2006/relationships" xmlns:a="http://schemas.openxmlformats.org/drawingml/2006/main" r:embed="R195f41a77cd84b1c"/>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EE8E05-E96E-4858-85FB-DF926BC56690}"/>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B44C3DBB-546A-4A46-957B-CBB237BF8C71}"/>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28</a:t>
            </a:r>
          </a:p>
        </p:txBody>
      </p:sp>
      <p:sp>
        <p:nvSpPr>
          <p:cNvPr id="4" name="">
            <a:extLst xmlns:a="http://schemas.openxmlformats.org/drawingml/2006/main">
              <a:ext uri="{FF2B5EF4-FFF2-40B4-BE49-F238E27FC236}">
                <a16:creationId xmlns:a16="http://schemas.microsoft.com/office/drawing/2014/main" id="{17D7C573-D06D-4CFC-AC66-5E421F1730B9}"/>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 useful correction</a:t>
            </a:r>
          </a:p>
        </p:txBody>
      </p:sp>
      <p:sp>
        <p:nvSpPr>
          <p:cNvPr id="5" name="">
            <a:extLst xmlns:a="http://schemas.openxmlformats.org/drawingml/2006/main">
              <a:ext uri="{FF2B5EF4-FFF2-40B4-BE49-F238E27FC236}">
                <a16:creationId xmlns:a16="http://schemas.microsoft.com/office/drawing/2014/main" id="{0D46E2AD-2E1B-4409-8F7C-E4119369FFD5}"/>
              </a:ext>
            </a:extLst>
          </p:cNvPr>
          <p:cNvSpPr>
            <a:spLocks xmlns:a="http://schemas.openxmlformats.org/drawingml/2006/main" noGrp="1"/>
          </p:cNvSpPr>
          <p:nvPr/>
        </p:nvSpPr>
        <p:spPr>
          <a:xfrm xmlns:a="http://schemas.openxmlformats.org/drawingml/2006/main">
            <a:off x="609600" y="23812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6D28E0"/>
                </a:solidFill>
              </a:defRPr>
            </a:defPPr>
          </a:lstStyle>
          <a:p xmlns:a="http://schemas.openxmlformats.org/drawingml/2006/main">
            <a:pPr>
              <a:defRPr sz="3225" b="1">
                <a:solidFill>
                  <a:srgbClr val="6D28E0"/>
                </a:solidFill>
              </a:defRPr>
            </a:pPr>
            <a:r>
              <a:rPr sz="3225" b="1">
                <a:solidFill>
                  <a:srgbClr val="6D28E0"/>
                </a:solidFill>
              </a:rPr>
              <a:t>[What happened]</a:t>
            </a:r>
          </a:p>
        </p:txBody>
      </p:sp>
      <p:sp>
        <p:nvSpPr>
          <p:cNvPr id="6" name="">
            <a:extLst xmlns:a="http://schemas.openxmlformats.org/drawingml/2006/main">
              <a:ext uri="{FF2B5EF4-FFF2-40B4-BE49-F238E27FC236}">
                <a16:creationId xmlns:a16="http://schemas.microsoft.com/office/drawing/2014/main" id="{A74B478B-C78C-46DB-B8C3-EBF54F0035CE}"/>
              </a:ext>
            </a:extLst>
          </p:cNvPr>
          <p:cNvSpPr>
            <a:spLocks xmlns:a="http://schemas.openxmlformats.org/drawingml/2006/main" noGrp="1"/>
          </p:cNvSpPr>
          <p:nvPr/>
        </p:nvSpPr>
        <p:spPr>
          <a:xfrm xmlns:a="http://schemas.openxmlformats.org/drawingml/2006/main">
            <a:off x="609600" y="3619500"/>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A1633"/>
                </a:solidFill>
              </a:defRPr>
            </a:defPPr>
          </a:lstStyle>
          <a:p xmlns:a="http://schemas.openxmlformats.org/drawingml/2006/main">
            <a:pPr>
              <a:defRPr sz="2250" b="0">
                <a:solidFill>
                  <a:srgbClr val="1A1633"/>
                </a:solidFill>
              </a:defRPr>
            </a:pPr>
            <a:r>
              <a:rPr sz="2250" b="0">
                <a:solidFill>
                  <a:srgbClr val="1A1633"/>
                </a:solidFill>
              </a:rPr>
              <a:t>[Why it happened, stated without judgment]</a:t>
            </a:r>
          </a:p>
        </p:txBody>
      </p:sp>
      <p:sp>
        <p:nvSpPr>
          <p:cNvPr id="7" name="">
            <a:extLst xmlns:a="http://schemas.openxmlformats.org/drawingml/2006/main">
              <a:ext uri="{FF2B5EF4-FFF2-40B4-BE49-F238E27FC236}">
                <a16:creationId xmlns:a16="http://schemas.microsoft.com/office/drawing/2014/main" id="{EEFBDF61-5C11-479F-A08B-3904AF164249}"/>
              </a:ext>
            </a:extLst>
          </p:cNvPr>
          <p:cNvSpPr>
            <a:spLocks xmlns:a="http://schemas.openxmlformats.org/drawingml/2006/main" noGrp="1"/>
          </p:cNvSpPr>
          <p:nvPr/>
        </p:nvSpPr>
        <p:spPr>
          <a:xfrm xmlns:a="http://schemas.openxmlformats.org/drawingml/2006/main">
            <a:off x="6381750" y="238125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A1633"/>
                </a:solidFill>
              </a:defRPr>
            </a:defPPr>
          </a:lstStyle>
          <a:p xmlns:a="http://schemas.openxmlformats.org/drawingml/2006/main">
            <a:pPr>
              <a:defRPr sz="3225" b="1">
                <a:solidFill>
                  <a:srgbClr val="1A1633"/>
                </a:solidFill>
              </a:defRPr>
            </a:pPr>
            <a:r>
              <a:rPr sz="3225" b="1">
                <a:solidFill>
                  <a:srgbClr val="1A1633"/>
                </a:solidFill>
              </a:rPr>
              <a:t>Next attempt</a:t>
            </a:r>
          </a:p>
        </p:txBody>
      </p:sp>
      <p:sp>
        <p:nvSpPr>
          <p:cNvPr id="8" name="">
            <a:extLst xmlns:a="http://schemas.openxmlformats.org/drawingml/2006/main">
              <a:ext uri="{FF2B5EF4-FFF2-40B4-BE49-F238E27FC236}">
                <a16:creationId xmlns:a16="http://schemas.microsoft.com/office/drawing/2014/main" id="{F708F5F4-411F-4E44-BCA3-AD6810FED30C}"/>
              </a:ext>
            </a:extLst>
          </p:cNvPr>
          <p:cNvSpPr>
            <a:spLocks xmlns:a="http://schemas.openxmlformats.org/drawingml/2006/main" noGrp="1"/>
          </p:cNvSpPr>
          <p:nvPr/>
        </p:nvSpPr>
        <p:spPr>
          <a:xfrm xmlns:a="http://schemas.openxmlformats.org/drawingml/2006/main">
            <a:off x="6381750" y="3619500"/>
            <a:ext cx="5048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A1633"/>
                </a:solidFill>
              </a:defRPr>
            </a:defPPr>
          </a:lstStyle>
          <a:p xmlns:a="http://schemas.openxmlformats.org/drawingml/2006/main">
            <a:pPr>
              <a:defRPr sz="2250" b="0">
                <a:solidFill>
                  <a:srgbClr val="1A1633"/>
                </a:solidFill>
              </a:defRPr>
            </a:pPr>
            <a:r>
              <a:rPr sz="2250" b="0">
                <a:solidFill>
                  <a:srgbClr val="1A1633"/>
                </a:solidFill>
              </a:rPr>
              <a:t>[One change to make]</a:t>
            </a:r>
          </a:p>
          <a:p xmlns:a="http://schemas.openxmlformats.org/drawingml/2006/main">
            <a:r>
              <a:t/>
            </a:r>
          </a:p>
          <a:p xmlns:a="http://schemas.openxmlformats.org/drawingml/2006/main">
            <a:pPr>
              <a:defRPr sz="2250" b="0">
                <a:solidFill>
                  <a:srgbClr val="1A1633"/>
                </a:solidFill>
              </a:defRPr>
            </a:pPr>
            <a:r>
              <a:rPr sz="2250" b="0">
                <a:solidFill>
                  <a:srgbClr val="1A1633"/>
                </a:solidFill>
              </a:rPr>
              <a:t>[How to tell whether it helped]</a:t>
            </a:r>
          </a:p>
        </p:txBody>
      </p:sp>
    </p:spTree>
    <p:extLst>
      <p:ext uri="{BB962C8B-B14F-4D97-AF65-F5344CB8AC3E}">
        <p14:creationId xmlns:p14="http://schemas.microsoft.com/office/powerpoint/2010/main" val="1557453166"/>
      </p:ext>
    </p:extLst>
  </p:cSld>
</p:sld>
</file>

<file path=ppt/slides/slide29.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E4102465-ADDD-4C41-AA26-89F8EB63860E}"/>
              </a:ext>
            </a:extLst>
          </p:cNvPr>
          <p:cNvPicPr>
            <a:picLocks xmlns:a="http://schemas.openxmlformats.org/drawingml/2006/main" noChangeAspect="1"/>
          </p:cNvPicPr>
          <p:nvPr/>
        </p:nvPicPr>
        <p:blipFill>
          <a:blip xmlns:r="http://schemas.openxmlformats.org/officeDocument/2006/relationships" xmlns:a="http://schemas.openxmlformats.org/drawingml/2006/main" r:embed="R4becabb8f2704502"/>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BC8AFE-6867-48C7-9495-4EC640D2C574}"/>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E36C6086-4746-4C7F-98E4-D6ADE3AF191B}"/>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29</a:t>
            </a:r>
          </a:p>
        </p:txBody>
      </p:sp>
      <p:sp>
        <p:nvSpPr>
          <p:cNvPr id="4" name="">
            <a:extLst xmlns:a="http://schemas.openxmlformats.org/drawingml/2006/main">
              <a:ext uri="{FF2B5EF4-FFF2-40B4-BE49-F238E27FC236}">
                <a16:creationId xmlns:a16="http://schemas.microsoft.com/office/drawing/2014/main" id="{9BE90B90-ABDC-48E7-900C-4441438B7AC8}"/>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[Common error and adjustment]</a:t>
            </a:r>
          </a:p>
        </p:txBody>
      </p:sp>
      <p:graphicFrame>
        <p:nvGraphicFramePr>
          <p:cNvPr id="5" name="">
            <a:extLst xmlns:a="http://schemas.openxmlformats.org/drawingml/2006/main">
              <a:ext uri="{FF2B5EF4-FFF2-40B4-BE49-F238E27FC236}">
                <a16:creationId xmlns:a16="http://schemas.microsoft.com/office/drawing/2014/main" id="{E3390803-606C-43DE-91C6-AD56C00DFD54}"/>
              </a:ext>
            </a:extLst>
          </p:cNvPr>
          <p:cNvGraphicFramePr/>
          <p:nvPr/>
        </p:nvGraphicFramePr>
        <p:xfrm>
          <a:off xmlns:a="http://schemas.openxmlformats.org/drawingml/2006/main" x="609600" y="2333625"/>
          <a:ext xmlns:a="http://schemas.openxmlformats.org/drawingml/2006/main" cx="10972800" cy="3238500"/>
        </p:xfrm>
        <a:graphic xmlns:a="http://schemas.openxmlformats.org/drawingml/2006/main">
          <a:graphicData uri="http://schemas.openxmlformats.org/drawingml/2006/table">
            <a:tbl>
              <a:tblPr/>
              <a:tblGrid>
                <a:gridCol w="5486400"/>
                <a:gridCol w="5486400"/>
              </a:tblGrid>
              <a:tr h="809625">
                <a:tc>
                  <a:txBody>
                    <a:bodyPr/>
                    <a:lstStyle/>
                    <a:p>
                      <a:r>
                        <a:rPr sz="1725" b="1">
                          <a:solidFill>
                            <a:srgbClr val="FFFFFF"/>
                          </a:solidFill>
                        </a:rPr>
                        <a:t>What you notice</a:t>
                      </a:r>
                    </a:p>
                  </a:txBody>
                  <a:tcPr marL="91440" marR="91440" marT="45720" marB="45720">
                    <a:lnL w="9525">
                      <a:solidFill>
                        <a:srgbClr val="E4DEF3"/>
                      </a:solidFill>
                    </a:lnL>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A useful adjustment</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r>
              <a:tr h="809625">
                <a:tc>
                  <a:txBody>
                    <a:bodyPr/>
                    <a:lstStyle/>
                    <a:p>
                      <a:r>
                        <a:rPr sz="1650" b="0">
                          <a:solidFill>
                            <a:srgbClr val="1A1633"/>
                          </a:solidFill>
                        </a:rPr>
                        <a:t>[Observable symptom]</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[One specific change]</a:t>
                      </a:r>
                    </a:p>
                  </a:txBody>
                  <a:tcPr marL="91440" marR="91440" marT="45720" marB="45720">
                    <a:lnR w="9525">
                      <a:solidFill>
                        <a:srgbClr val="E4DEF3"/>
                      </a:solidFill>
                    </a:lnR>
                    <a:lnB w="9525">
                      <a:solidFill>
                        <a:srgbClr val="E4DEF3"/>
                      </a:solidFill>
                    </a:lnB>
                    <a:solidFill>
                      <a:srgbClr val="FFFFFF"/>
                    </a:solidFill>
                  </a:tcPr>
                </a:tc>
              </a:tr>
              <a:tr h="809625">
                <a:tc>
                  <a:txBody>
                    <a:bodyPr/>
                    <a:lstStyle/>
                    <a:p>
                      <a:r>
                        <a:rPr sz="1650" b="0">
                          <a:solidFill>
                            <a:srgbClr val="1A1633"/>
                          </a:solidFill>
                        </a:rPr>
                        <a:t>[Observable symptom]</a:t>
                      </a:r>
                    </a:p>
                  </a:txBody>
                  <a:tcPr marL="91440" marR="91440" marT="45720" marB="45720">
                    <a:lnL w="9525">
                      <a:solidFill>
                        <a:srgbClr val="E4DEF3"/>
                      </a:solidFill>
                    </a:lnL>
                    <a:lnR w="9525">
                      <a:solidFill>
                        <a:srgbClr val="E4DEF3"/>
                      </a:solidFill>
                    </a:lnR>
                    <a:lnB w="9525">
                      <a:solidFill>
                        <a:srgbClr val="E4DEF3"/>
                      </a:solidFill>
                    </a:lnB>
                    <a:solidFill>
                      <a:srgbClr val="F0E9FF"/>
                    </a:solidFill>
                  </a:tcPr>
                </a:tc>
                <a:tc>
                  <a:txBody>
                    <a:bodyPr/>
                    <a:lstStyle/>
                    <a:p>
                      <a:r>
                        <a:rPr sz="1650" b="0">
                          <a:solidFill>
                            <a:srgbClr val="1A1633"/>
                          </a:solidFill>
                        </a:rPr>
                        <a:t>[One specific change]</a:t>
                      </a:r>
                    </a:p>
                  </a:txBody>
                  <a:tcPr marL="91440" marR="91440" marT="45720" marB="45720">
                    <a:lnR w="9525">
                      <a:solidFill>
                        <a:srgbClr val="E4DEF3"/>
                      </a:solidFill>
                    </a:lnR>
                    <a:lnB w="9525">
                      <a:solidFill>
                        <a:srgbClr val="E4DEF3"/>
                      </a:solidFill>
                    </a:lnB>
                    <a:solidFill>
                      <a:srgbClr val="F0E9FF"/>
                    </a:solidFill>
                  </a:tcPr>
                </a:tc>
              </a:tr>
              <a:tr h="809625">
                <a:tc>
                  <a:txBody>
                    <a:bodyPr/>
                    <a:lstStyle/>
                    <a:p>
                      <a:r>
                        <a:rPr sz="1650" b="0">
                          <a:solidFill>
                            <a:srgbClr val="1A1633"/>
                          </a:solidFill>
                        </a:rPr>
                        <a:t>[Observable symptom]</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[One specific change]</a:t>
                      </a:r>
                    </a:p>
                  </a:txBody>
                  <a:tcPr marL="91440" marR="91440" marT="45720" marB="45720">
                    <a:lnR w="9525">
                      <a:solidFill>
                        <a:srgbClr val="E4DEF3"/>
                      </a:solidFill>
                    </a:lnR>
                    <a:lnB w="9525">
                      <a:solidFill>
                        <a:srgbClr val="E4DEF3"/>
                      </a:solidFill>
                    </a:lnB>
                    <a:solidFill>
                      <a:srgbClr val="FFFFFF"/>
                    </a:solidFill>
                  </a:tcPr>
                </a:tc>
              </a:tr>
            </a:tbl>
          </a:graphicData>
        </a:graphic>
      </p:graphicFrame>
    </p:spTree>
    <p:extLst>
      <p:ext uri="{BB962C8B-B14F-4D97-AF65-F5344CB8AC3E}">
        <p14:creationId xmlns:p14="http://schemas.microsoft.com/office/powerpoint/2010/main" val="1359542920"/>
      </p:ext>
    </p:extLst>
  </p:cSld>
</p:sld>
</file>

<file path=ppt/slides/slide30.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D0A56ED-BDB5-4F4C-BA24-4687E80C9D30}"/>
              </a:ext>
            </a:extLst>
          </p:cNvPr>
          <p:cNvPicPr>
            <a:picLocks xmlns:a="http://schemas.openxmlformats.org/drawingml/2006/main" noChangeAspect="1"/>
          </p:cNvPicPr>
          <p:nvPr/>
        </p:nvPicPr>
        <p:blipFill>
          <a:blip xmlns:r="http://schemas.openxmlformats.org/officeDocument/2006/relationships" xmlns:a="http://schemas.openxmlformats.org/drawingml/2006/main" r:embed="Rbf352c87c5a5476e"/>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92CD195-E1C8-411E-9F32-FF872108BD5E}"/>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7E1297BB-7121-4881-A2DB-4B96C744DC0F}"/>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30</a:t>
            </a:r>
          </a:p>
        </p:txBody>
      </p:sp>
      <p:sp>
        <p:nvSpPr>
          <p:cNvPr id="4" name="">
            <a:extLst xmlns:a="http://schemas.openxmlformats.org/drawingml/2006/main">
              <a:ext uri="{FF2B5EF4-FFF2-40B4-BE49-F238E27FC236}">
                <a16:creationId xmlns:a16="http://schemas.microsoft.com/office/drawing/2014/main" id="{4E0EB06B-62D8-4310-BA3A-6F5F0F9F6F7B}"/>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 practice loop</a:t>
            </a:r>
          </a:p>
        </p:txBody>
      </p:sp>
      <p:sp>
        <p:nvSpPr>
          <p:cNvPr id="5" name="">
            <a:extLst xmlns:a="http://schemas.openxmlformats.org/drawingml/2006/main">
              <a:ext uri="{FF2B5EF4-FFF2-40B4-BE49-F238E27FC236}">
                <a16:creationId xmlns:a16="http://schemas.microsoft.com/office/drawing/2014/main" id="{BC9082A0-6151-4F0D-9451-007A4C5D7CD0}"/>
              </a:ext>
            </a:extLst>
          </p:cNvPr>
          <p:cNvSpPr>
            <a:spLocks xmlns:a="http://schemas.openxmlformats.org/drawingml/2006/main" noGrp="1"/>
          </p:cNvSpPr>
          <p:nvPr/>
        </p:nvSpPr>
        <p:spPr>
          <a:xfrm xmlns:a="http://schemas.openxmlformats.org/drawingml/2006/main">
            <a:off x="609600" y="2571750"/>
            <a:ext cx="3168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Attempt</a:t>
            </a:r>
          </a:p>
        </p:txBody>
      </p:sp>
      <p:sp>
        <p:nvSpPr>
          <p:cNvPr id="6" name="">
            <a:extLst xmlns:a="http://schemas.openxmlformats.org/drawingml/2006/main">
              <a:ext uri="{FF2B5EF4-FFF2-40B4-BE49-F238E27FC236}">
                <a16:creationId xmlns:a16="http://schemas.microsoft.com/office/drawing/2014/main" id="{3EF5684C-4263-47F8-842D-666F85E07A6C}"/>
              </a:ext>
            </a:extLst>
          </p:cNvPr>
          <p:cNvSpPr>
            <a:spLocks xmlns:a="http://schemas.openxmlformats.org/drawingml/2006/main" noGrp="1"/>
          </p:cNvSpPr>
          <p:nvPr/>
        </p:nvSpPr>
        <p:spPr>
          <a:xfrm xmlns:a="http://schemas.openxmlformats.org/drawingml/2006/main">
            <a:off x="609600" y="3390900"/>
            <a:ext cx="31305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[A complete musical task]</a:t>
            </a:r>
          </a:p>
        </p:txBody>
      </p:sp>
      <p:sp>
        <p:nvSpPr>
          <p:cNvPr id="7" name="">
            <a:extLst xmlns:a="http://schemas.openxmlformats.org/drawingml/2006/main">
              <a:ext uri="{FF2B5EF4-FFF2-40B4-BE49-F238E27FC236}">
                <a16:creationId xmlns:a16="http://schemas.microsoft.com/office/drawing/2014/main" id="{7FB06480-675E-485E-A6EE-F6AEACF0082D}"/>
              </a:ext>
            </a:extLst>
          </p:cNvPr>
          <p:cNvSpPr>
            <a:spLocks xmlns:a="http://schemas.openxmlformats.org/drawingml/2006/main" noGrp="1"/>
          </p:cNvSpPr>
          <p:nvPr/>
        </p:nvSpPr>
        <p:spPr>
          <a:xfrm xmlns:a="http://schemas.openxmlformats.org/drawingml/2006/main">
            <a:off x="4102100" y="2571750"/>
            <a:ext cx="3168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Notice</a:t>
            </a:r>
          </a:p>
        </p:txBody>
      </p:sp>
      <p:sp>
        <p:nvSpPr>
          <p:cNvPr id="8" name="">
            <a:extLst xmlns:a="http://schemas.openxmlformats.org/drawingml/2006/main">
              <a:ext uri="{FF2B5EF4-FFF2-40B4-BE49-F238E27FC236}">
                <a16:creationId xmlns:a16="http://schemas.microsoft.com/office/drawing/2014/main" id="{45050978-53B8-4757-AD95-CE30BCB55593}"/>
              </a:ext>
            </a:extLst>
          </p:cNvPr>
          <p:cNvSpPr>
            <a:spLocks xmlns:a="http://schemas.openxmlformats.org/drawingml/2006/main" noGrp="1"/>
          </p:cNvSpPr>
          <p:nvPr/>
        </p:nvSpPr>
        <p:spPr>
          <a:xfrm xmlns:a="http://schemas.openxmlformats.org/drawingml/2006/main">
            <a:off x="4102100" y="3390900"/>
            <a:ext cx="31305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[A single audible or visible criterion]</a:t>
            </a:r>
          </a:p>
        </p:txBody>
      </p:sp>
      <p:sp>
        <p:nvSpPr>
          <p:cNvPr id="9" name="">
            <a:extLst xmlns:a="http://schemas.openxmlformats.org/drawingml/2006/main">
              <a:ext uri="{FF2B5EF4-FFF2-40B4-BE49-F238E27FC236}">
                <a16:creationId xmlns:a16="http://schemas.microsoft.com/office/drawing/2014/main" id="{836646A4-63F9-4815-A731-232ADA3D4FF3}"/>
              </a:ext>
            </a:extLst>
          </p:cNvPr>
          <p:cNvSpPr>
            <a:spLocks xmlns:a="http://schemas.openxmlformats.org/drawingml/2006/main" noGrp="1"/>
          </p:cNvSpPr>
          <p:nvPr/>
        </p:nvSpPr>
        <p:spPr>
          <a:xfrm xmlns:a="http://schemas.openxmlformats.org/drawingml/2006/main">
            <a:off x="7594600" y="2571750"/>
            <a:ext cx="3168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Adjust</a:t>
            </a:r>
          </a:p>
        </p:txBody>
      </p:sp>
      <p:sp>
        <p:nvSpPr>
          <p:cNvPr id="10" name="">
            <a:extLst xmlns:a="http://schemas.openxmlformats.org/drawingml/2006/main">
              <a:ext uri="{FF2B5EF4-FFF2-40B4-BE49-F238E27FC236}">
                <a16:creationId xmlns:a16="http://schemas.microsoft.com/office/drawing/2014/main" id="{ECFF6CFC-CFB0-483B-9731-C8F1082FF0DF}"/>
              </a:ext>
            </a:extLst>
          </p:cNvPr>
          <p:cNvSpPr>
            <a:spLocks xmlns:a="http://schemas.openxmlformats.org/drawingml/2006/main" noGrp="1"/>
          </p:cNvSpPr>
          <p:nvPr/>
        </p:nvSpPr>
        <p:spPr>
          <a:xfrm xmlns:a="http://schemas.openxmlformats.org/drawingml/2006/main">
            <a:off x="7594600" y="3390900"/>
            <a:ext cx="31305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[A targeted change, followed by another attempt]</a:t>
            </a:r>
          </a:p>
        </p:txBody>
      </p:sp>
      <p:sp>
        <p:nvSpPr>
          <p:cNvPr id="11" name="">
            <a:extLst xmlns:a="http://schemas.openxmlformats.org/drawingml/2006/main">
              <a:ext uri="{FF2B5EF4-FFF2-40B4-BE49-F238E27FC236}">
                <a16:creationId xmlns:a16="http://schemas.microsoft.com/office/drawing/2014/main" id="{0B92B666-0B80-47AA-81A6-189897A669D9}"/>
              </a:ext>
            </a:extLst>
          </p:cNvPr>
          <p:cNvSpPr>
            <a:spLocks xmlns:a="http://schemas.openxmlformats.org/drawingml/2006/main" noGrp="1"/>
          </p:cNvSpPr>
          <p:nvPr/>
        </p:nvSpPr>
        <p:spPr>
          <a:xfrm xmlns:a="http://schemas.openxmlformats.org/drawingml/2006/main">
            <a:off x="647700" y="55721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6D28E0"/>
                </a:solidFill>
              </a:defRPr>
            </a:defPPr>
          </a:lstStyle>
          <a:p xmlns:a="http://schemas.openxmlformats.org/drawingml/2006/main">
            <a:pPr>
              <a:defRPr sz="2025" b="0">
                <a:solidFill>
                  <a:srgbClr val="6D28E0"/>
                </a:solidFill>
              </a:defRPr>
            </a:pPr>
            <a:r>
              <a:rPr sz="2025" b="0">
                <a:solidFill>
                  <a:srgbClr val="6D28E0"/>
                </a:solidFill>
              </a:rPr>
              <a:t>[A sensible stopping condition or variation]</a:t>
            </a:r>
          </a:p>
        </p:txBody>
      </p:sp>
    </p:spTree>
    <p:extLst>
      <p:ext uri="{BB962C8B-B14F-4D97-AF65-F5344CB8AC3E}">
        <p14:creationId xmlns:p14="http://schemas.microsoft.com/office/powerpoint/2010/main" val="263483908"/>
      </p:ext>
    </p:extLst>
  </p:cSld>
</p:sld>
</file>

<file path=ppt/slides/slide31.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FADCF188-A22D-44C2-81EC-931138DD2619}"/>
              </a:ext>
            </a:extLst>
          </p:cNvPr>
          <p:cNvPicPr>
            <a:picLocks xmlns:a="http://schemas.openxmlformats.org/drawingml/2006/main" noChangeAspect="1"/>
          </p:cNvPicPr>
          <p:nvPr/>
        </p:nvPicPr>
        <p:blipFill>
          <a:blip xmlns:r="http://schemas.openxmlformats.org/officeDocument/2006/relationships" xmlns:a="http://schemas.openxmlformats.org/drawingml/2006/main" r:embed="Rf3aa503f3b24447b"/>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ECAB2B3-4944-4176-8892-6E0426668798}"/>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698F7CAF-6881-430A-9D65-BC625477F303}"/>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31</a:t>
            </a:r>
          </a:p>
        </p:txBody>
      </p:sp>
      <p:sp>
        <p:nvSpPr>
          <p:cNvPr id="4" name="">
            <a:extLst xmlns:a="http://schemas.openxmlformats.org/drawingml/2006/main">
              <a:ext uri="{FF2B5EF4-FFF2-40B4-BE49-F238E27FC236}">
                <a16:creationId xmlns:a16="http://schemas.microsoft.com/office/drawing/2014/main" id="{19EAB411-F466-48A4-958E-8FD2BEF737C5}"/>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 short practice plan</a:t>
            </a:r>
          </a:p>
        </p:txBody>
      </p:sp>
      <p:graphicFrame>
        <p:nvGraphicFramePr>
          <p:cNvPr id="5" name="">
            <a:extLst xmlns:a="http://schemas.openxmlformats.org/drawingml/2006/main">
              <a:ext uri="{FF2B5EF4-FFF2-40B4-BE49-F238E27FC236}">
                <a16:creationId xmlns:a16="http://schemas.microsoft.com/office/drawing/2014/main" id="{ECAB82FD-8E52-4EE4-B3A9-4E1472E29BE1}"/>
              </a:ext>
            </a:extLst>
          </p:cNvPr>
          <p:cNvGraphicFramePr/>
          <p:nvPr/>
        </p:nvGraphicFramePr>
        <p:xfrm>
          <a:off xmlns:a="http://schemas.openxmlformats.org/drawingml/2006/main" x="609600" y="2333625"/>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809625">
                <a:tc>
                  <a:txBody>
                    <a:bodyPr/>
                    <a:lstStyle/>
                    <a:p>
                      <a:r>
                        <a:rPr sz="1725" b="1">
                          <a:solidFill>
                            <a:srgbClr val="FFFFFF"/>
                          </a:solidFill>
                        </a:rPr>
                        <a:t>Stage</a:t>
                      </a:r>
                    </a:p>
                  </a:txBody>
                  <a:tcPr marL="91440" marR="91440" marT="45720" marB="45720">
                    <a:lnL w="9525">
                      <a:solidFill>
                        <a:srgbClr val="E4DEF3"/>
                      </a:solidFill>
                    </a:lnL>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Task</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Self-check</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r>
              <a:tr h="809625">
                <a:tc>
                  <a:txBody>
                    <a:bodyPr/>
                    <a:lstStyle/>
                    <a:p>
                      <a:r>
                        <a:rPr sz="1650" b="0">
                          <a:solidFill>
                            <a:srgbClr val="1A1633"/>
                          </a:solidFill>
                        </a:rPr>
                        <a:t>Prepare</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[Starting position or stimulus]</a:t>
                      </a:r>
                    </a:p>
                  </a:txBody>
                  <a:tcPr marL="91440" marR="91440" marT="45720" marB="45720">
                    <a:lnR w="9525">
                      <a:solidFill>
                        <a:srgbClr val="E4DEF3"/>
                      </a:solidFill>
                    </a:lnR>
                    <a:lnB w="9525">
                      <a:solidFill>
                        <a:srgbClr val="E4DEF3"/>
                      </a:solidFill>
                    </a:lnB>
                    <a:solidFill>
                      <a:srgbClr val="FFFFFF"/>
                    </a:solidFill>
                  </a:tcPr>
                </a:tc>
                <a:tc>
                  <a:txBody>
                    <a:bodyPr/>
                    <a:lstStyle/>
                    <a:p>
                      <a:r>
                        <a:rPr sz="1650" b="0">
                          <a:solidFill>
                            <a:srgbClr val="1A1633"/>
                          </a:solidFill>
                        </a:rPr>
                        <a:t>[Readiness cue]</a:t>
                      </a:r>
                    </a:p>
                  </a:txBody>
                  <a:tcPr marL="91440" marR="91440" marT="45720" marB="45720">
                    <a:lnR w="9525">
                      <a:solidFill>
                        <a:srgbClr val="E4DEF3"/>
                      </a:solidFill>
                    </a:lnR>
                    <a:lnB w="9525">
                      <a:solidFill>
                        <a:srgbClr val="E4DEF3"/>
                      </a:solidFill>
                    </a:lnB>
                    <a:solidFill>
                      <a:srgbClr val="FFFFFF"/>
                    </a:solidFill>
                  </a:tcPr>
                </a:tc>
              </a:tr>
              <a:tr h="809625">
                <a:tc>
                  <a:txBody>
                    <a:bodyPr/>
                    <a:lstStyle/>
                    <a:p>
                      <a:r>
                        <a:rPr sz="1650" b="0">
                          <a:solidFill>
                            <a:srgbClr val="1A1633"/>
                          </a:solidFill>
                        </a:rPr>
                        <a:t>Repeat</a:t>
                      </a:r>
                    </a:p>
                  </a:txBody>
                  <a:tcPr marL="91440" marR="91440" marT="45720" marB="45720">
                    <a:lnL w="9525">
                      <a:solidFill>
                        <a:srgbClr val="E4DEF3"/>
                      </a:solidFill>
                    </a:lnL>
                    <a:lnR w="9525">
                      <a:solidFill>
                        <a:srgbClr val="E4DEF3"/>
                      </a:solidFill>
                    </a:lnR>
                    <a:lnB w="9525">
                      <a:solidFill>
                        <a:srgbClr val="E4DEF3"/>
                      </a:solidFill>
                    </a:lnB>
                    <a:solidFill>
                      <a:srgbClr val="F0E9FF"/>
                    </a:solidFill>
                  </a:tcPr>
                </a:tc>
                <a:tc>
                  <a:txBody>
                    <a:bodyPr/>
                    <a:lstStyle/>
                    <a:p>
                      <a:r>
                        <a:rPr sz="1650" b="0">
                          <a:solidFill>
                            <a:srgbClr val="1A1633"/>
                          </a:solidFill>
                        </a:rPr>
                        <a:t>[Small, focused attempt]</a:t>
                      </a:r>
                    </a:p>
                  </a:txBody>
                  <a:tcPr marL="91440" marR="91440" marT="45720" marB="45720">
                    <a:lnR w="9525">
                      <a:solidFill>
                        <a:srgbClr val="E4DEF3"/>
                      </a:solidFill>
                    </a:lnR>
                    <a:lnB w="9525">
                      <a:solidFill>
                        <a:srgbClr val="E4DEF3"/>
                      </a:solidFill>
                    </a:lnB>
                    <a:solidFill>
                      <a:srgbClr val="F0E9FF"/>
                    </a:solidFill>
                  </a:tcPr>
                </a:tc>
                <a:tc>
                  <a:txBody>
                    <a:bodyPr/>
                    <a:lstStyle/>
                    <a:p>
                      <a:r>
                        <a:rPr sz="1650" b="0">
                          <a:solidFill>
                            <a:srgbClr val="1A1633"/>
                          </a:solidFill>
                        </a:rPr>
                        <a:t>[One observable criterion]</a:t>
                      </a:r>
                    </a:p>
                  </a:txBody>
                  <a:tcPr marL="91440" marR="91440" marT="45720" marB="45720">
                    <a:lnR w="9525">
                      <a:solidFill>
                        <a:srgbClr val="E4DEF3"/>
                      </a:solidFill>
                    </a:lnR>
                    <a:lnB w="9525">
                      <a:solidFill>
                        <a:srgbClr val="E4DEF3"/>
                      </a:solidFill>
                    </a:lnB>
                    <a:solidFill>
                      <a:srgbClr val="F0E9FF"/>
                    </a:solidFill>
                  </a:tcPr>
                </a:tc>
              </a:tr>
              <a:tr h="809625">
                <a:tc>
                  <a:txBody>
                    <a:bodyPr/>
                    <a:lstStyle/>
                    <a:p>
                      <a:r>
                        <a:rPr sz="1650" b="0">
                          <a:solidFill>
                            <a:srgbClr val="1A1633"/>
                          </a:solidFill>
                        </a:rPr>
                        <a:t>Apply</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[Phrase, groove or repertoire]</a:t>
                      </a:r>
                    </a:p>
                  </a:txBody>
                  <a:tcPr marL="91440" marR="91440" marT="45720" marB="45720">
                    <a:lnR w="9525">
                      <a:solidFill>
                        <a:srgbClr val="E4DEF3"/>
                      </a:solidFill>
                    </a:lnR>
                    <a:lnB w="9525">
                      <a:solidFill>
                        <a:srgbClr val="E4DEF3"/>
                      </a:solidFill>
                    </a:lnB>
                    <a:solidFill>
                      <a:srgbClr val="FFFFFF"/>
                    </a:solidFill>
                  </a:tcPr>
                </a:tc>
                <a:tc>
                  <a:txBody>
                    <a:bodyPr/>
                    <a:lstStyle/>
                    <a:p>
                      <a:r>
                        <a:rPr sz="1650" b="0">
                          <a:solidFill>
                            <a:srgbClr val="1A1633"/>
                          </a:solidFill>
                        </a:rPr>
                        <a:t>[Musical success check]</a:t>
                      </a:r>
                    </a:p>
                  </a:txBody>
                  <a:tcPr marL="91440" marR="91440" marT="45720" marB="45720">
                    <a:lnR w="9525">
                      <a:solidFill>
                        <a:srgbClr val="E4DEF3"/>
                      </a:solidFill>
                    </a:lnR>
                    <a:lnB w="9525">
                      <a:solidFill>
                        <a:srgbClr val="E4DEF3"/>
                      </a:solidFill>
                    </a:lnB>
                    <a:solidFill>
                      <a:srgbClr val="FFFFFF"/>
                    </a:solidFill>
                  </a:tcPr>
                </a:tc>
              </a:tr>
            </a:tbl>
          </a:graphicData>
        </a:graphic>
      </p:graphicFrame>
    </p:spTree>
    <p:extLst>
      <p:ext uri="{BB962C8B-B14F-4D97-AF65-F5344CB8AC3E}">
        <p14:creationId xmlns:p14="http://schemas.microsoft.com/office/powerpoint/2010/main" val="1446358032"/>
      </p:ext>
    </p:extLst>
  </p:cSld>
</p:sld>
</file>

<file path=ppt/slides/slide32.xml><?xml version="1.0" encoding="utf-8"?>
<p:sld xmlns:p="http://schemas.openxmlformats.org/presentationml/2006/main">
  <p:cSld>
    <p:bg>
      <p:bgPr>
        <a:solidFill xmlns:a="http://schemas.openxmlformats.org/drawingml/2006/main">
          <a:srgbClr val="0B0D2E"/>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3F87077-89F5-49BA-B134-BBABE5016E92}"/>
              </a:ext>
            </a:extLst>
          </p:cNvPr>
          <p:cNvPicPr>
            <a:picLocks xmlns:a="http://schemas.openxmlformats.org/drawingml/2006/main" noChangeAspect="1"/>
          </p:cNvPicPr>
          <p:nvPr/>
        </p:nvPicPr>
        <p:blipFill>
          <a:blip xmlns:r="http://schemas.openxmlformats.org/officeDocument/2006/relationships" xmlns:a="http://schemas.openxmlformats.org/drawingml/2006/main" r:embed="R6ce400d228c6453d"/>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6BEAB80-F231-4CE3-B001-3521E6EDCCF8}"/>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3" name="">
            <a:extLst xmlns:a="http://schemas.openxmlformats.org/drawingml/2006/main">
              <a:ext uri="{FF2B5EF4-FFF2-40B4-BE49-F238E27FC236}">
                <a16:creationId xmlns:a16="http://schemas.microsoft.com/office/drawing/2014/main" id="{A7968D2F-2F88-4F17-8418-426CB055958B}"/>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32</a:t>
            </a:r>
          </a:p>
        </p:txBody>
      </p:sp>
      <p:sp>
        <p:nvSpPr>
          <p:cNvPr id="4" name="">
            <a:extLst xmlns:a="http://schemas.openxmlformats.org/drawingml/2006/main">
              <a:ext uri="{FF2B5EF4-FFF2-40B4-BE49-F238E27FC236}">
                <a16:creationId xmlns:a16="http://schemas.microsoft.com/office/drawing/2014/main" id="{9B7B6ECB-29D3-4D40-AF1B-7EDB80E898A3}"/>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Application in real music</a:t>
            </a:r>
          </a:p>
        </p:txBody>
      </p:sp>
      <p:sp>
        <p:nvSpPr>
          <p:cNvPr id="5" name="">
            <a:extLst xmlns:a="http://schemas.openxmlformats.org/drawingml/2006/main">
              <a:ext uri="{FF2B5EF4-FFF2-40B4-BE49-F238E27FC236}">
                <a16:creationId xmlns:a16="http://schemas.microsoft.com/office/drawing/2014/main" id="{99D8CDA8-68F3-4BC9-9FAB-30DABEE9D2C0}"/>
              </a:ext>
            </a:extLst>
          </p:cNvPr>
          <p:cNvSpPr>
            <a:spLocks xmlns:a="http://schemas.openxmlformats.org/drawingml/2006/main" noGrp="1"/>
          </p:cNvSpPr>
          <p:nvPr/>
        </p:nvSpPr>
        <p:spPr>
          <a:xfrm xmlns:a="http://schemas.openxmlformats.org/drawingml/2006/main">
            <a:off x="609600" y="2381250"/>
            <a:ext cx="10572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FFFFFF"/>
                </a:solidFill>
              </a:defRPr>
            </a:defPPr>
          </a:lstStyle>
          <a:p xmlns:a="http://schemas.openxmlformats.org/drawingml/2006/main">
            <a:pPr>
              <a:defRPr sz="5100" b="1">
                <a:solidFill>
                  <a:srgbClr val="FFFFFF"/>
                </a:solidFill>
              </a:defRPr>
            </a:pPr>
            <a:r>
              <a:rPr sz="5100" b="1">
                <a:solidFill>
                  <a:srgbClr val="FFFFFF"/>
                </a:solidFill>
              </a:rPr>
              <a:t>[Phrase, groove</a:t>
            </a:r>
          </a:p>
          <a:p xmlns:a="http://schemas.openxmlformats.org/drawingml/2006/main">
            <a:pPr>
              <a:defRPr sz="5100" b="1">
                <a:solidFill>
                  <a:srgbClr val="FFFFFF"/>
                </a:solidFill>
              </a:defRPr>
            </a:pPr>
            <a:r>
              <a:rPr sz="5100" b="1">
                <a:solidFill>
                  <a:srgbClr val="FFFFFF"/>
                </a:solidFill>
              </a:rPr>
              <a:t>or song fragment]</a:t>
            </a:r>
          </a:p>
        </p:txBody>
      </p:sp>
      <p:sp>
        <p:nvSpPr>
          <p:cNvPr id="6" name="">
            <a:extLst xmlns:a="http://schemas.openxmlformats.org/drawingml/2006/main">
              <a:ext uri="{FF2B5EF4-FFF2-40B4-BE49-F238E27FC236}">
                <a16:creationId xmlns:a16="http://schemas.microsoft.com/office/drawing/2014/main" id="{08D8812E-FD23-4D07-B1D7-B282DB929065}"/>
              </a:ext>
            </a:extLst>
          </p:cNvPr>
          <p:cNvSpPr>
            <a:spLocks xmlns:a="http://schemas.openxmlformats.org/drawingml/2006/main" noGrp="1"/>
          </p:cNvSpPr>
          <p:nvPr/>
        </p:nvSpPr>
        <p:spPr>
          <a:xfrm xmlns:a="http://schemas.openxmlformats.org/drawingml/2006/main">
            <a:off x="647700" y="4953000"/>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C97CFF"/>
                </a:solidFill>
              </a:defRPr>
            </a:defPPr>
          </a:lstStyle>
          <a:p xmlns:a="http://schemas.openxmlformats.org/drawingml/2006/main">
            <a:pPr>
              <a:defRPr sz="2400" b="0">
                <a:solidFill>
                  <a:srgbClr val="C97CFF"/>
                </a:solidFill>
              </a:defRPr>
            </a:pPr>
            <a:r>
              <a:rPr sz="2400" b="0">
                <a:solidFill>
                  <a:srgbClr val="C97CFF"/>
                </a:solidFill>
              </a:rPr>
              <a:t>[How to use today’s skill in this passage]</a:t>
            </a:r>
          </a:p>
        </p:txBody>
      </p:sp>
    </p:spTree>
    <p:extLst>
      <p:ext uri="{BB962C8B-B14F-4D97-AF65-F5344CB8AC3E}">
        <p14:creationId xmlns:p14="http://schemas.microsoft.com/office/powerpoint/2010/main" val="47803318"/>
      </p:ext>
    </p:extLst>
  </p:cSld>
</p:sld>
</file>

<file path=ppt/slides/slide33.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E2EB7A0-6088-4F10-B295-1CD9BFE94D60}"/>
              </a:ext>
            </a:extLst>
          </p:cNvPr>
          <p:cNvPicPr>
            <a:picLocks xmlns:a="http://schemas.openxmlformats.org/drawingml/2006/main" noChangeAspect="1"/>
          </p:cNvPicPr>
          <p:nvPr/>
        </p:nvPicPr>
        <p:blipFill>
          <a:blip xmlns:r="http://schemas.openxmlformats.org/officeDocument/2006/relationships" xmlns:a="http://schemas.openxmlformats.org/drawingml/2006/main" r:embed="R8edc85f34bba4300"/>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3C0A77-3BA6-4CB4-894E-485EF8BF2213}"/>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63E15835-374E-4EF3-841B-E77A79293BDB}"/>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33</a:t>
            </a:r>
          </a:p>
        </p:txBody>
      </p:sp>
      <p:sp>
        <p:nvSpPr>
          <p:cNvPr id="4" name="">
            <a:extLst xmlns:a="http://schemas.openxmlformats.org/drawingml/2006/main">
              <a:ext uri="{FF2B5EF4-FFF2-40B4-BE49-F238E27FC236}">
                <a16:creationId xmlns:a16="http://schemas.microsoft.com/office/drawing/2014/main" id="{F41FC158-F543-409B-83B8-B60C10C326AD}"/>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What changed in your playing?</a:t>
            </a:r>
          </a:p>
        </p:txBody>
      </p:sp>
      <p:sp>
        <p:nvSpPr>
          <p:cNvPr id="5" name="">
            <a:extLst xmlns:a="http://schemas.openxmlformats.org/drawingml/2006/main">
              <a:ext uri="{FF2B5EF4-FFF2-40B4-BE49-F238E27FC236}">
                <a16:creationId xmlns:a16="http://schemas.microsoft.com/office/drawing/2014/main" id="{5ABC9CC9-739D-4640-8458-9BD0FA3819F5}"/>
              </a:ext>
            </a:extLst>
          </p:cNvPr>
          <p:cNvSpPr>
            <a:spLocks xmlns:a="http://schemas.openxmlformats.org/drawingml/2006/main" noGrp="1"/>
          </p:cNvSpPr>
          <p:nvPr/>
        </p:nvSpPr>
        <p:spPr>
          <a:xfrm xmlns:a="http://schemas.openxmlformats.org/drawingml/2006/main">
            <a:off x="609600" y="242887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75" b="1">
                <a:solidFill>
                  <a:srgbClr val="6D28E0"/>
                </a:solidFill>
              </a:defRPr>
            </a:defPPr>
          </a:lstStyle>
          <a:p xmlns:a="http://schemas.openxmlformats.org/drawingml/2006/main">
            <a:pPr>
              <a:defRPr sz="3975" b="1">
                <a:solidFill>
                  <a:srgbClr val="6D28E0"/>
                </a:solidFill>
              </a:defRPr>
            </a:pPr>
            <a:r>
              <a:rPr sz="3975" b="1">
                <a:solidFill>
                  <a:srgbClr val="6D28E0"/>
                </a:solidFill>
              </a:rPr>
              <a:t>[One focused reflection question]</a:t>
            </a:r>
          </a:p>
        </p:txBody>
      </p:sp>
      <p:sp>
        <p:nvSpPr>
          <p:cNvPr id="6" name="">
            <a:extLst xmlns:a="http://schemas.openxmlformats.org/drawingml/2006/main">
              <a:ext uri="{FF2B5EF4-FFF2-40B4-BE49-F238E27FC236}">
                <a16:creationId xmlns:a16="http://schemas.microsoft.com/office/drawing/2014/main" id="{D94833F7-74FD-47AE-A041-5B63EE1F0DA1}"/>
              </a:ext>
            </a:extLst>
          </p:cNvPr>
          <p:cNvSpPr>
            <a:spLocks xmlns:a="http://schemas.openxmlformats.org/drawingml/2006/main" noGrp="1"/>
          </p:cNvSpPr>
          <p:nvPr/>
        </p:nvSpPr>
        <p:spPr>
          <a:xfrm xmlns:a="http://schemas.openxmlformats.org/drawingml/2006/main">
            <a:off x="647700" y="4238625"/>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A1633"/>
                </a:solidFill>
              </a:defRPr>
            </a:defPPr>
          </a:lstStyle>
          <a:p xmlns:a="http://schemas.openxmlformats.org/drawingml/2006/main">
            <a:pPr>
              <a:defRPr sz="2250" b="0">
                <a:solidFill>
                  <a:srgbClr val="1A1633"/>
                </a:solidFill>
              </a:defRPr>
            </a:pPr>
            <a:r>
              <a:rPr sz="2250" b="0">
                <a:solidFill>
                  <a:srgbClr val="1A1633"/>
                </a:solidFill>
              </a:rPr>
              <a:t>[A concrete observation prompt]</a:t>
            </a:r>
          </a:p>
          <a:p xmlns:a="http://schemas.openxmlformats.org/drawingml/2006/main">
            <a:r>
              <a:t/>
            </a:r>
          </a:p>
          <a:p xmlns:a="http://schemas.openxmlformats.org/drawingml/2006/main">
            <a:pPr>
              <a:defRPr sz="2250" b="0">
                <a:solidFill>
                  <a:srgbClr val="1A1633"/>
                </a:solidFill>
              </a:defRPr>
            </a:pPr>
            <a:r>
              <a:rPr sz="2250" b="0">
                <a:solidFill>
                  <a:srgbClr val="1A1633"/>
                </a:solidFill>
              </a:rPr>
              <a:t>[What to try in the next attempt]</a:t>
            </a:r>
          </a:p>
        </p:txBody>
      </p:sp>
    </p:spTree>
    <p:extLst>
      <p:ext uri="{BB962C8B-B14F-4D97-AF65-F5344CB8AC3E}">
        <p14:creationId xmlns:p14="http://schemas.microsoft.com/office/powerpoint/2010/main" val="1893008967"/>
      </p:ext>
    </p:extLst>
  </p:cSld>
</p:sld>
</file>

<file path=ppt/slides/slide34.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C1B9341-6C31-427D-AD20-336B83898908}"/>
              </a:ext>
            </a:extLst>
          </p:cNvPr>
          <p:cNvPicPr>
            <a:picLocks xmlns:a="http://schemas.openxmlformats.org/drawingml/2006/main" noChangeAspect="1"/>
          </p:cNvPicPr>
          <p:nvPr/>
        </p:nvPicPr>
        <p:blipFill>
          <a:blip xmlns:r="http://schemas.openxmlformats.org/officeDocument/2006/relationships" xmlns:a="http://schemas.openxmlformats.org/drawingml/2006/main" r:embed="R70a42da5d01b4b37"/>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5929A5-29A7-43D9-9EC8-46EA30C8D912}"/>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C63109EE-3BEB-40EB-8329-36251E7C165D}"/>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34</a:t>
            </a:r>
          </a:p>
        </p:txBody>
      </p:sp>
      <p:sp>
        <p:nvSpPr>
          <p:cNvPr id="4" name="">
            <a:extLst xmlns:a="http://schemas.openxmlformats.org/drawingml/2006/main">
              <a:ext uri="{FF2B5EF4-FFF2-40B4-BE49-F238E27FC236}">
                <a16:creationId xmlns:a16="http://schemas.microsoft.com/office/drawing/2014/main" id="{DACD65C5-3810-46DE-869C-9ECE34928A13}"/>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The essentials</a:t>
            </a:r>
          </a:p>
        </p:txBody>
      </p:sp>
      <p:sp>
        <p:nvSpPr>
          <p:cNvPr id="5" name="">
            <a:extLst xmlns:a="http://schemas.openxmlformats.org/drawingml/2006/main">
              <a:ext uri="{FF2B5EF4-FFF2-40B4-BE49-F238E27FC236}">
                <a16:creationId xmlns:a16="http://schemas.microsoft.com/office/drawing/2014/main" id="{42059897-9DFD-4AFE-B066-99529F267D61}"/>
              </a:ext>
            </a:extLst>
          </p:cNvPr>
          <p:cNvSpPr>
            <a:spLocks xmlns:a="http://schemas.openxmlformats.org/drawingml/2006/main" noGrp="1"/>
          </p:cNvSpPr>
          <p:nvPr/>
        </p:nvSpPr>
        <p:spPr>
          <a:xfrm xmlns:a="http://schemas.openxmlformats.org/drawingml/2006/main">
            <a:off x="609600" y="25717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[Key idea]</a:t>
            </a:r>
          </a:p>
        </p:txBody>
      </p:sp>
      <p:sp>
        <p:nvSpPr>
          <p:cNvPr id="6" name="">
            <a:extLst xmlns:a="http://schemas.openxmlformats.org/drawingml/2006/main">
              <a:ext uri="{FF2B5EF4-FFF2-40B4-BE49-F238E27FC236}">
                <a16:creationId xmlns:a16="http://schemas.microsoft.com/office/drawing/2014/main" id="{F6070BBA-4EA4-4731-AF14-F66EF8130525}"/>
              </a:ext>
            </a:extLst>
          </p:cNvPr>
          <p:cNvSpPr>
            <a:spLocks xmlns:a="http://schemas.openxmlformats.org/drawingml/2006/main" noGrp="1"/>
          </p:cNvSpPr>
          <p:nvPr/>
        </p:nvSpPr>
        <p:spPr>
          <a:xfrm xmlns:a="http://schemas.openxmlformats.org/drawingml/2006/main">
            <a:off x="609600" y="3390900"/>
            <a:ext cx="48768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[A concise reminder tied to action]</a:t>
            </a:r>
          </a:p>
        </p:txBody>
      </p:sp>
      <p:sp>
        <p:nvSpPr>
          <p:cNvPr id="7" name="">
            <a:extLst xmlns:a="http://schemas.openxmlformats.org/drawingml/2006/main">
              <a:ext uri="{FF2B5EF4-FFF2-40B4-BE49-F238E27FC236}">
                <a16:creationId xmlns:a16="http://schemas.microsoft.com/office/drawing/2014/main" id="{B4834FCD-431D-4D89-9616-217DAD27BBE0}"/>
              </a:ext>
            </a:extLst>
          </p:cNvPr>
          <p:cNvSpPr>
            <a:spLocks xmlns:a="http://schemas.openxmlformats.org/drawingml/2006/main" noGrp="1"/>
          </p:cNvSpPr>
          <p:nvPr/>
        </p:nvSpPr>
        <p:spPr>
          <a:xfrm xmlns:a="http://schemas.openxmlformats.org/drawingml/2006/main">
            <a:off x="5848350" y="25717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[Useful cue]</a:t>
            </a:r>
          </a:p>
        </p:txBody>
      </p:sp>
      <p:sp>
        <p:nvSpPr>
          <p:cNvPr id="8" name="">
            <a:extLst xmlns:a="http://schemas.openxmlformats.org/drawingml/2006/main">
              <a:ext uri="{FF2B5EF4-FFF2-40B4-BE49-F238E27FC236}">
                <a16:creationId xmlns:a16="http://schemas.microsoft.com/office/drawing/2014/main" id="{49F8D4B9-DDB0-4633-8DBF-071AADD36619}"/>
              </a:ext>
            </a:extLst>
          </p:cNvPr>
          <p:cNvSpPr>
            <a:spLocks xmlns:a="http://schemas.openxmlformats.org/drawingml/2006/main" noGrp="1"/>
          </p:cNvSpPr>
          <p:nvPr/>
        </p:nvSpPr>
        <p:spPr>
          <a:xfrm xmlns:a="http://schemas.openxmlformats.org/drawingml/2006/main">
            <a:off x="5848350" y="3390900"/>
            <a:ext cx="48768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[What to hear, feel or notice]</a:t>
            </a:r>
          </a:p>
        </p:txBody>
      </p:sp>
      <p:sp>
        <p:nvSpPr>
          <p:cNvPr id="9" name="">
            <a:extLst xmlns:a="http://schemas.openxmlformats.org/drawingml/2006/main">
              <a:ext uri="{FF2B5EF4-FFF2-40B4-BE49-F238E27FC236}">
                <a16:creationId xmlns:a16="http://schemas.microsoft.com/office/drawing/2014/main" id="{86A51489-D6D3-464D-80A2-39E37A83B44E}"/>
              </a:ext>
            </a:extLst>
          </p:cNvPr>
          <p:cNvSpPr>
            <a:spLocks xmlns:a="http://schemas.openxmlformats.org/drawingml/2006/main" noGrp="1"/>
          </p:cNvSpPr>
          <p:nvPr/>
        </p:nvSpPr>
        <p:spPr>
          <a:xfrm xmlns:a="http://schemas.openxmlformats.org/drawingml/2006/main">
            <a:off x="647700" y="54673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6D28E0"/>
                </a:solidFill>
              </a:defRPr>
            </a:defPPr>
          </a:lstStyle>
          <a:p xmlns:a="http://schemas.openxmlformats.org/drawingml/2006/main">
            <a:pPr>
              <a:defRPr sz="2325" b="0">
                <a:solidFill>
                  <a:srgbClr val="6D28E0"/>
                </a:solidFill>
              </a:defRPr>
            </a:pPr>
            <a:r>
              <a:rPr sz="2325" b="0">
                <a:solidFill>
                  <a:srgbClr val="6D28E0"/>
                </a:solidFill>
              </a:rPr>
              <a:t>Next practice: [one useful repeat or variation].</a:t>
            </a:r>
          </a:p>
        </p:txBody>
      </p:sp>
    </p:spTree>
    <p:extLst>
      <p:ext uri="{BB962C8B-B14F-4D97-AF65-F5344CB8AC3E}">
        <p14:creationId xmlns:p14="http://schemas.microsoft.com/office/powerpoint/2010/main" val="148160501"/>
      </p:ext>
    </p:extLst>
  </p:cSld>
</p:sld>
</file>

<file path=ppt/slides/slide35.xml><?xml version="1.0" encoding="utf-8"?>
<p:sld xmlns:p="http://schemas.openxmlformats.org/presentationml/2006/main">
  <p:cSld>
    <p:bg>
      <p:bgPr>
        <a:solidFill xmlns:a="http://schemas.openxmlformats.org/drawingml/2006/main">
          <a:srgbClr val="0B0D2E"/>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64B6905-9C15-4AAB-8330-8E0F2CBFE6D8}"/>
              </a:ext>
            </a:extLst>
          </p:cNvPr>
          <p:cNvPicPr>
            <a:picLocks xmlns:a="http://schemas.openxmlformats.org/drawingml/2006/main" noChangeAspect="1"/>
          </p:cNvPicPr>
          <p:nvPr/>
        </p:nvPicPr>
        <p:blipFill>
          <a:blip xmlns:r="http://schemas.openxmlformats.org/officeDocument/2006/relationships" xmlns:a="http://schemas.openxmlformats.org/drawingml/2006/main" r:embed="R8e56312efa7041ee"/>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523562-9D84-4ACC-A417-1D27506D89DF}"/>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3" name="">
            <a:extLst xmlns:a="http://schemas.openxmlformats.org/drawingml/2006/main">
              <a:ext uri="{FF2B5EF4-FFF2-40B4-BE49-F238E27FC236}">
                <a16:creationId xmlns:a16="http://schemas.microsoft.com/office/drawing/2014/main" id="{C4BAB99E-5507-4A41-AC52-4483E3635B48}"/>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35</a:t>
            </a:r>
          </a:p>
        </p:txBody>
      </p:sp>
      <p:sp>
        <p:nvSpPr>
          <p:cNvPr id="4" name="">
            <a:extLst xmlns:a="http://schemas.openxmlformats.org/drawingml/2006/main">
              <a:ext uri="{FF2B5EF4-FFF2-40B4-BE49-F238E27FC236}">
                <a16:creationId xmlns:a16="http://schemas.microsoft.com/office/drawing/2014/main" id="{201871A9-9FE7-4EC3-89CC-41A5D4D26FE8}"/>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Your next practice</a:t>
            </a:r>
          </a:p>
        </p:txBody>
      </p:sp>
      <p:pic>
        <p:nvPicPr>
          <p:cNvPr id="5" name="">
            <a:extLst xmlns:a="http://schemas.openxmlformats.org/drawingml/2006/main">
              <a:ext uri="{FF2B5EF4-FFF2-40B4-BE49-F238E27FC236}">
                <a16:creationId xmlns:a16="http://schemas.microsoft.com/office/drawing/2014/main" id="{B961A203-AFC1-4EE2-B7B1-0961D800E454}"/>
              </a:ext>
            </a:extLst>
          </p:cNvPr>
          <p:cNvPicPr>
            <a:picLocks xmlns:a="http://schemas.openxmlformats.org/drawingml/2006/main" noChangeAspect="1"/>
          </p:cNvPicPr>
          <p:nvPr/>
        </p:nvPicPr>
        <p:blipFill>
          <a:blip xmlns:r="http://schemas.openxmlformats.org/officeDocument/2006/relationships" xmlns:a="http://schemas.openxmlformats.org/drawingml/2006/main" r:embed="R651abea2eb774fa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D95CF61-9315-428C-810C-73D9129B989B}"/>
              </a:ext>
            </a:extLst>
          </p:cNvPr>
          <p:cNvPicPr>
            <a:picLocks xmlns:a="http://schemas.openxmlformats.org/drawingml/2006/main" noChangeAspect="1"/>
          </p:cNvPicPr>
          <p:nvPr/>
        </p:nvPicPr>
        <p:blipFill>
          <a:blip xmlns:r="http://schemas.openxmlformats.org/officeDocument/2006/relationships" xmlns:a="http://schemas.openxmlformats.org/drawingml/2006/main" r:embed="Rb9e3358f46b34187"/>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7D9A54A-B5CE-47DE-A41D-5FF50ABDB15A}"/>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8" name="">
            <a:extLst xmlns:a="http://schemas.openxmlformats.org/drawingml/2006/main">
              <a:ext uri="{FF2B5EF4-FFF2-40B4-BE49-F238E27FC236}">
                <a16:creationId xmlns:a16="http://schemas.microsoft.com/office/drawing/2014/main" id="{717ECB1A-90F6-421C-9778-82B63E24A44D}"/>
              </a:ext>
            </a:extLst>
          </p:cNvPr>
          <p:cNvSpPr>
            <a:spLocks xmlns:a="http://schemas.openxmlformats.org/drawingml/2006/main" noGrp="1"/>
          </p:cNvSpPr>
          <p:nvPr/>
        </p:nvSpPr>
        <p:spPr>
          <a:xfrm xmlns:a="http://schemas.openxmlformats.org/drawingml/2006/main">
            <a:off x="609600" y="2095500"/>
            <a:ext cx="666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250" b="1">
                <a:solidFill>
                  <a:srgbClr val="FFFFFF"/>
                </a:solidFill>
              </a:defRPr>
            </a:defPPr>
          </a:lstStyle>
          <a:p xmlns:a="http://schemas.openxmlformats.org/drawingml/2006/main">
            <a:pPr>
              <a:defRPr sz="5250" b="1">
                <a:solidFill>
                  <a:srgbClr val="FFFFFF"/>
                </a:solidFill>
              </a:defRPr>
            </a:pPr>
            <a:r>
              <a:rPr sz="5250" b="1">
                <a:solidFill>
                  <a:srgbClr val="FFFFFF"/>
                </a:solidFill>
              </a:rPr>
              <a:t>[A useful next</a:t>
            </a:r>
          </a:p>
          <a:p xmlns:a="http://schemas.openxmlformats.org/drawingml/2006/main">
            <a:pPr>
              <a:defRPr sz="5250" b="1">
                <a:solidFill>
                  <a:srgbClr val="FFFFFF"/>
                </a:solidFill>
              </a:defRPr>
            </a:pPr>
            <a:r>
              <a:rPr sz="5250" b="1">
                <a:solidFill>
                  <a:srgbClr val="FFFFFF"/>
                </a:solidFill>
              </a:rPr>
              <a:t>practice action]</a:t>
            </a:r>
          </a:p>
        </p:txBody>
      </p:sp>
      <p:sp>
        <p:nvSpPr>
          <p:cNvPr id="9" name="">
            <a:extLst xmlns:a="http://schemas.openxmlformats.org/drawingml/2006/main">
              <a:ext uri="{FF2B5EF4-FFF2-40B4-BE49-F238E27FC236}">
                <a16:creationId xmlns:a16="http://schemas.microsoft.com/office/drawing/2014/main" id="{C5CED5BF-4A91-4F81-85E7-BBA03AC1123A}"/>
              </a:ext>
            </a:extLst>
          </p:cNvPr>
          <p:cNvSpPr>
            <a:spLocks xmlns:a="http://schemas.openxmlformats.org/drawingml/2006/main" noGrp="1"/>
          </p:cNvSpPr>
          <p:nvPr/>
        </p:nvSpPr>
        <p:spPr>
          <a:xfrm xmlns:a="http://schemas.openxmlformats.org/drawingml/2006/main">
            <a:off x="647700" y="5048250"/>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E4D6FF"/>
                </a:solidFill>
              </a:defRPr>
            </a:defPPr>
          </a:lstStyle>
          <a:p xmlns:a="http://schemas.openxmlformats.org/drawingml/2006/main">
            <a:pPr>
              <a:defRPr sz="2100" b="0">
                <a:solidFill>
                  <a:srgbClr val="E4D6FF"/>
                </a:solidFill>
              </a:defRPr>
            </a:pPr>
            <a:r>
              <a:rPr sz="2100" b="0">
                <a:solidFill>
                  <a:srgbClr val="E4D6FF"/>
                </a:solidFill>
              </a:rPr>
              <a:t>[Reference, linked practice or variation]</a:t>
            </a:r>
          </a:p>
        </p:txBody>
      </p:sp>
    </p:spTree>
    <p:extLst>
      <p:ext uri="{BB962C8B-B14F-4D97-AF65-F5344CB8AC3E}">
        <p14:creationId xmlns:p14="http://schemas.microsoft.com/office/powerpoint/2010/main" val="2051046659"/>
      </p:ext>
    </p:extLst>
  </p:cSld>
</p:sld>
</file>

<file path=ppt/slides/slide36.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D8E274BC-C5A3-43CA-A931-F93A54DBAB0E}"/>
              </a:ext>
            </a:extLst>
          </p:cNvPr>
          <p:cNvPicPr>
            <a:picLocks xmlns:a="http://schemas.openxmlformats.org/drawingml/2006/main" noChangeAspect="1"/>
          </p:cNvPicPr>
          <p:nvPr/>
        </p:nvPicPr>
        <p:blipFill>
          <a:blip xmlns:r="http://schemas.openxmlformats.org/officeDocument/2006/relationships" xmlns:a="http://schemas.openxmlformats.org/drawingml/2006/main" r:embed="Re24f9743ac594a69"/>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470AB5-05E0-47DB-8E77-EC4B8E2313A8}"/>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F542D59F-99CF-47AC-9999-B0D98B9F133F}"/>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36</a:t>
            </a:r>
          </a:p>
        </p:txBody>
      </p:sp>
      <p:sp>
        <p:nvSpPr>
          <p:cNvPr id="4" name="">
            <a:extLst xmlns:a="http://schemas.openxmlformats.org/drawingml/2006/main">
              <a:ext uri="{FF2B5EF4-FFF2-40B4-BE49-F238E27FC236}">
                <a16:creationId xmlns:a16="http://schemas.microsoft.com/office/drawing/2014/main" id="{2918442B-E250-4BD3-8AD0-C7EE4BD15F63}"/>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Sources and further practice</a:t>
            </a:r>
          </a:p>
        </p:txBody>
      </p:sp>
      <p:graphicFrame>
        <p:nvGraphicFramePr>
          <p:cNvPr id="5" name="">
            <a:extLst xmlns:a="http://schemas.openxmlformats.org/drawingml/2006/main">
              <a:ext uri="{FF2B5EF4-FFF2-40B4-BE49-F238E27FC236}">
                <a16:creationId xmlns:a16="http://schemas.microsoft.com/office/drawing/2014/main" id="{5EE834BE-C222-4D71-95C4-B6456DE34DCB}"/>
              </a:ext>
            </a:extLst>
          </p:cNvPr>
          <p:cNvGraphicFramePr/>
          <p:nvPr/>
        </p:nvGraphicFramePr>
        <p:xfrm>
          <a:off xmlns:a="http://schemas.openxmlformats.org/drawingml/2006/main" x="609600" y="2333625"/>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809625">
                <a:tc>
                  <a:txBody>
                    <a:bodyPr/>
                    <a:lstStyle/>
                    <a:p>
                      <a:r>
                        <a:rPr sz="1725" b="1">
                          <a:solidFill>
                            <a:srgbClr val="FFFFFF"/>
                          </a:solidFill>
                        </a:rPr>
                        <a:t>Resource</a:t>
                      </a:r>
                    </a:p>
                  </a:txBody>
                  <a:tcPr marL="91440" marR="91440" marT="45720" marB="45720">
                    <a:lnL w="9525">
                      <a:solidFill>
                        <a:srgbClr val="E4DEF3"/>
                      </a:solidFill>
                    </a:lnL>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Exact section</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Why and how to use it</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r>
              <a:tr h="809625">
                <a:tc>
                  <a:txBody>
                    <a:bodyPr/>
                    <a:lstStyle/>
                    <a:p>
                      <a:r>
                        <a:rPr sz="1650" b="0">
                          <a:solidFill>
                            <a:srgbClr val="1A1633"/>
                          </a:solidFill>
                        </a:rPr>
                        <a:t>[Title / URL]</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[Section or timestamp]</a:t>
                      </a:r>
                    </a:p>
                  </a:txBody>
                  <a:tcPr marL="91440" marR="91440" marT="45720" marB="45720">
                    <a:lnR w="9525">
                      <a:solidFill>
                        <a:srgbClr val="E4DEF3"/>
                      </a:solidFill>
                    </a:lnR>
                    <a:lnB w="9525">
                      <a:solidFill>
                        <a:srgbClr val="E4DEF3"/>
                      </a:solidFill>
                    </a:lnB>
                    <a:solidFill>
                      <a:srgbClr val="FFFFFF"/>
                    </a:solidFill>
                  </a:tcPr>
                </a:tc>
                <a:tc>
                  <a:txBody>
                    <a:bodyPr/>
                    <a:lstStyle/>
                    <a:p>
                      <a:r>
                        <a:rPr sz="1650" b="0">
                          <a:solidFill>
                            <a:srgbClr val="1A1633"/>
                          </a:solidFill>
                        </a:rPr>
                        <a:t>[What this supports]</a:t>
                      </a:r>
                    </a:p>
                  </a:txBody>
                  <a:tcPr marL="91440" marR="91440" marT="45720" marB="45720">
                    <a:lnR w="9525">
                      <a:solidFill>
                        <a:srgbClr val="E4DEF3"/>
                      </a:solidFill>
                    </a:lnR>
                    <a:lnB w="9525">
                      <a:solidFill>
                        <a:srgbClr val="E4DEF3"/>
                      </a:solidFill>
                    </a:lnB>
                    <a:solidFill>
                      <a:srgbClr val="FFFFFF"/>
                    </a:solidFill>
                  </a:tcPr>
                </a:tc>
              </a:tr>
              <a:tr h="809625">
                <a:tc>
                  <a:txBody>
                    <a:bodyPr/>
                    <a:lstStyle/>
                    <a:p>
                      <a:r>
                        <a:rPr sz="1650" b="0">
                          <a:solidFill>
                            <a:srgbClr val="1A1633"/>
                          </a:solidFill>
                        </a:rPr>
                        <a:t>[Title / URL]</a:t>
                      </a:r>
                    </a:p>
                  </a:txBody>
                  <a:tcPr marL="91440" marR="91440" marT="45720" marB="45720">
                    <a:lnL w="9525">
                      <a:solidFill>
                        <a:srgbClr val="E4DEF3"/>
                      </a:solidFill>
                    </a:lnL>
                    <a:lnR w="9525">
                      <a:solidFill>
                        <a:srgbClr val="E4DEF3"/>
                      </a:solidFill>
                    </a:lnR>
                    <a:lnB w="9525">
                      <a:solidFill>
                        <a:srgbClr val="E4DEF3"/>
                      </a:solidFill>
                    </a:lnB>
                    <a:solidFill>
                      <a:srgbClr val="F0E9FF"/>
                    </a:solidFill>
                  </a:tcPr>
                </a:tc>
                <a:tc>
                  <a:txBody>
                    <a:bodyPr/>
                    <a:lstStyle/>
                    <a:p>
                      <a:r>
                        <a:rPr sz="1650" b="0">
                          <a:solidFill>
                            <a:srgbClr val="1A1633"/>
                          </a:solidFill>
                        </a:rPr>
                        <a:t>[Section or timestamp]</a:t>
                      </a:r>
                    </a:p>
                  </a:txBody>
                  <a:tcPr marL="91440" marR="91440" marT="45720" marB="45720">
                    <a:lnR w="9525">
                      <a:solidFill>
                        <a:srgbClr val="E4DEF3"/>
                      </a:solidFill>
                    </a:lnR>
                    <a:lnB w="9525">
                      <a:solidFill>
                        <a:srgbClr val="E4DEF3"/>
                      </a:solidFill>
                    </a:lnB>
                    <a:solidFill>
                      <a:srgbClr val="F0E9FF"/>
                    </a:solidFill>
                  </a:tcPr>
                </a:tc>
                <a:tc>
                  <a:txBody>
                    <a:bodyPr/>
                    <a:lstStyle/>
                    <a:p>
                      <a:r>
                        <a:rPr sz="1650" b="0">
                          <a:solidFill>
                            <a:srgbClr val="1A1633"/>
                          </a:solidFill>
                        </a:rPr>
                        <a:t>[What this supports]</a:t>
                      </a:r>
                    </a:p>
                  </a:txBody>
                  <a:tcPr marL="91440" marR="91440" marT="45720" marB="45720">
                    <a:lnR w="9525">
                      <a:solidFill>
                        <a:srgbClr val="E4DEF3"/>
                      </a:solidFill>
                    </a:lnR>
                    <a:lnB w="9525">
                      <a:solidFill>
                        <a:srgbClr val="E4DEF3"/>
                      </a:solidFill>
                    </a:lnB>
                    <a:solidFill>
                      <a:srgbClr val="F0E9FF"/>
                    </a:solidFill>
                  </a:tcPr>
                </a:tc>
              </a:tr>
              <a:tr h="809625">
                <a:tc>
                  <a:txBody>
                    <a:bodyPr/>
                    <a:lstStyle/>
                    <a:p>
                      <a:r>
                        <a:rPr sz="1650" b="0">
                          <a:solidFill>
                            <a:srgbClr val="1A1633"/>
                          </a:solidFill>
                        </a:rPr>
                        <a:t>[Internal unit]</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[Exact location]</a:t>
                      </a:r>
                    </a:p>
                  </a:txBody>
                  <a:tcPr marL="91440" marR="91440" marT="45720" marB="45720">
                    <a:lnR w="9525">
                      <a:solidFill>
                        <a:srgbClr val="E4DEF3"/>
                      </a:solidFill>
                    </a:lnR>
                    <a:lnB w="9525">
                      <a:solidFill>
                        <a:srgbClr val="E4DEF3"/>
                      </a:solidFill>
                    </a:lnB>
                    <a:solidFill>
                      <a:srgbClr val="FFFFFF"/>
                    </a:solidFill>
                  </a:tcPr>
                </a:tc>
                <a:tc>
                  <a:txBody>
                    <a:bodyPr/>
                    <a:lstStyle/>
                    <a:p>
                      <a:r>
                        <a:rPr sz="1650" b="0">
                          <a:solidFill>
                            <a:srgbClr val="1A1633"/>
                          </a:solidFill>
                        </a:rPr>
                        <a:t>[Optional follow-up]</a:t>
                      </a:r>
                    </a:p>
                  </a:txBody>
                  <a:tcPr marL="91440" marR="91440" marT="45720" marB="45720">
                    <a:lnR w="9525">
                      <a:solidFill>
                        <a:srgbClr val="E4DEF3"/>
                      </a:solidFill>
                    </a:lnR>
                    <a:lnB w="9525">
                      <a:solidFill>
                        <a:srgbClr val="E4DEF3"/>
                      </a:solidFill>
                    </a:lnB>
                    <a:solidFill>
                      <a:srgbClr val="FFFFFF"/>
                    </a:solidFill>
                  </a:tcPr>
                </a:tc>
              </a:tr>
            </a:tbl>
          </a:graphicData>
        </a:graphic>
      </p:graphicFrame>
    </p:spTree>
    <p:extLst>
      <p:ext uri="{BB962C8B-B14F-4D97-AF65-F5344CB8AC3E}">
        <p14:creationId xmlns:p14="http://schemas.microsoft.com/office/powerpoint/2010/main" val="514027224"/>
      </p:ext>
    </p:extLst>
  </p:cSld>
</p:sld>
</file>

<file path=ppt/slides/slide37.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B5D6C94-544F-4D0A-BA06-D8660F4F8F83}"/>
              </a:ext>
            </a:extLst>
          </p:cNvPr>
          <p:cNvPicPr>
            <a:picLocks xmlns:a="http://schemas.openxmlformats.org/drawingml/2006/main" noChangeAspect="1"/>
          </p:cNvPicPr>
          <p:nvPr/>
        </p:nvPicPr>
        <p:blipFill>
          <a:blip xmlns:r="http://schemas.openxmlformats.org/officeDocument/2006/relationships" xmlns:a="http://schemas.openxmlformats.org/drawingml/2006/main" r:embed="Rdc52bba983204e7f"/>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F115C9-7CBA-4F09-AB3A-816786C533CD}"/>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574CD5EA-0B7E-49D0-B440-94D4B76950CA}"/>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37</a:t>
            </a:r>
          </a:p>
        </p:txBody>
      </p:sp>
      <p:sp>
        <p:nvSpPr>
          <p:cNvPr id="4" name="">
            <a:extLst xmlns:a="http://schemas.openxmlformats.org/drawingml/2006/main">
              <a:ext uri="{FF2B5EF4-FFF2-40B4-BE49-F238E27FC236}">
                <a16:creationId xmlns:a16="http://schemas.microsoft.com/office/drawing/2014/main" id="{59DAE901-20A3-40B7-AC6C-A9578A4A4C58}"/>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Assets and accessibility</a:t>
            </a:r>
          </a:p>
        </p:txBody>
      </p:sp>
      <p:sp>
        <p:nvSpPr>
          <p:cNvPr id="5" name="">
            <a:extLst xmlns:a="http://schemas.openxmlformats.org/drawingml/2006/main">
              <a:ext uri="{FF2B5EF4-FFF2-40B4-BE49-F238E27FC236}">
                <a16:creationId xmlns:a16="http://schemas.microsoft.com/office/drawing/2014/main" id="{72F17D0D-BD35-466A-9473-E53D91C0CC1F}"/>
              </a:ext>
            </a:extLst>
          </p:cNvPr>
          <p:cNvSpPr>
            <a:spLocks xmlns:a="http://schemas.openxmlformats.org/drawingml/2006/main" noGrp="1"/>
          </p:cNvSpPr>
          <p:nvPr/>
        </p:nvSpPr>
        <p:spPr>
          <a:xfrm xmlns:a="http://schemas.openxmlformats.org/drawingml/2006/main">
            <a:off x="609600" y="61436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B5470"/>
                </a:solidFill>
              </a:defRPr>
            </a:defPPr>
          </a:lstStyle>
          <a:p xmlns:a="http://schemas.openxmlformats.org/drawingml/2006/main">
            <a:pPr>
              <a:defRPr sz="1275" b="0">
                <a:solidFill>
                  <a:srgbClr val="5B5470"/>
                </a:solidFill>
              </a:defRPr>
            </a:pPr>
            <a:r>
              <a:rPr sz="1275" b="0">
                <a:solidFill>
                  <a:srgbClr val="5B5470"/>
                </a:solidFill>
              </a:rPr>
              <a:t>Author resource. Replace every asset before learner delivery.</a:t>
            </a:r>
          </a:p>
        </p:txBody>
      </p:sp>
      <p:graphicFrame>
        <p:nvGraphicFramePr>
          <p:cNvPr id="6" name="">
            <a:extLst xmlns:a="http://schemas.openxmlformats.org/drawingml/2006/main">
              <a:ext uri="{FF2B5EF4-FFF2-40B4-BE49-F238E27FC236}">
                <a16:creationId xmlns:a16="http://schemas.microsoft.com/office/drawing/2014/main" id="{11621E48-0CF8-4826-9B45-ACB392AF1252}"/>
              </a:ext>
            </a:extLst>
          </p:cNvPr>
          <p:cNvGraphicFramePr/>
          <p:nvPr/>
        </p:nvGraphicFramePr>
        <p:xfrm>
          <a:off xmlns:a="http://schemas.openxmlformats.org/drawingml/2006/main" x="609600" y="2333625"/>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809625">
                <a:tc>
                  <a:txBody>
                    <a:bodyPr/>
                    <a:lstStyle/>
                    <a:p>
                      <a:r>
                        <a:rPr sz="1725" b="1">
                          <a:solidFill>
                            <a:srgbClr val="FFFFFF"/>
                          </a:solidFill>
                        </a:rPr>
                        <a:t>Asset</a:t>
                      </a:r>
                    </a:p>
                  </a:txBody>
                  <a:tcPr marL="91440" marR="91440" marT="45720" marB="45720">
                    <a:lnL w="9525">
                      <a:solidFill>
                        <a:srgbClr val="E4DEF3"/>
                      </a:solidFill>
                    </a:lnL>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Alternative</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Source and rights</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r>
              <a:tr h="809625">
                <a:tc>
                  <a:txBody>
                    <a:bodyPr/>
                    <a:lstStyle/>
                    <a:p>
                      <a:r>
                        <a:rPr sz="1650" b="0">
                          <a:solidFill>
                            <a:srgbClr val="1A1633"/>
                          </a:solidFill>
                        </a:rPr>
                        <a:t>[Image or diagram]</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[Useful alt description]</a:t>
                      </a:r>
                    </a:p>
                  </a:txBody>
                  <a:tcPr marL="91440" marR="91440" marT="45720" marB="45720">
                    <a:lnR w="9525">
                      <a:solidFill>
                        <a:srgbClr val="E4DEF3"/>
                      </a:solidFill>
                    </a:lnR>
                    <a:lnB w="9525">
                      <a:solidFill>
                        <a:srgbClr val="E4DEF3"/>
                      </a:solidFill>
                    </a:lnB>
                    <a:solidFill>
                      <a:srgbClr val="FFFFFF"/>
                    </a:solidFill>
                  </a:tcPr>
                </a:tc>
                <a:tc>
                  <a:txBody>
                    <a:bodyPr/>
                    <a:lstStyle/>
                    <a:p>
                      <a:r>
                        <a:rPr sz="1650" b="0">
                          <a:solidFill>
                            <a:srgbClr val="1A1633"/>
                          </a:solidFill>
                        </a:rPr>
                        <a:t>[Source / permission]</a:t>
                      </a:r>
                    </a:p>
                  </a:txBody>
                  <a:tcPr marL="91440" marR="91440" marT="45720" marB="45720">
                    <a:lnR w="9525">
                      <a:solidFill>
                        <a:srgbClr val="E4DEF3"/>
                      </a:solidFill>
                    </a:lnR>
                    <a:lnB w="9525">
                      <a:solidFill>
                        <a:srgbClr val="E4DEF3"/>
                      </a:solidFill>
                    </a:lnB>
                    <a:solidFill>
                      <a:srgbClr val="FFFFFF"/>
                    </a:solidFill>
                  </a:tcPr>
                </a:tc>
              </a:tr>
              <a:tr h="809625">
                <a:tc>
                  <a:txBody>
                    <a:bodyPr/>
                    <a:lstStyle/>
                    <a:p>
                      <a:r>
                        <a:rPr sz="1650" b="0">
                          <a:solidFill>
                            <a:srgbClr val="1A1633"/>
                          </a:solidFill>
                        </a:rPr>
                        <a:t>[Audio]</a:t>
                      </a:r>
                    </a:p>
                  </a:txBody>
                  <a:tcPr marL="91440" marR="91440" marT="45720" marB="45720">
                    <a:lnL w="9525">
                      <a:solidFill>
                        <a:srgbClr val="E4DEF3"/>
                      </a:solidFill>
                    </a:lnL>
                    <a:lnR w="9525">
                      <a:solidFill>
                        <a:srgbClr val="E4DEF3"/>
                      </a:solidFill>
                    </a:lnR>
                    <a:lnB w="9525">
                      <a:solidFill>
                        <a:srgbClr val="E4DEF3"/>
                      </a:solidFill>
                    </a:lnB>
                    <a:solidFill>
                      <a:srgbClr val="F0E9FF"/>
                    </a:solidFill>
                  </a:tcPr>
                </a:tc>
                <a:tc>
                  <a:txBody>
                    <a:bodyPr/>
                    <a:lstStyle/>
                    <a:p>
                      <a:r>
                        <a:rPr sz="1650" b="0">
                          <a:solidFill>
                            <a:srgbClr val="1A1633"/>
                          </a:solidFill>
                        </a:rPr>
                        <a:t>[Transcript or equivalent task]</a:t>
                      </a:r>
                    </a:p>
                  </a:txBody>
                  <a:tcPr marL="91440" marR="91440" marT="45720" marB="45720">
                    <a:lnR w="9525">
                      <a:solidFill>
                        <a:srgbClr val="E4DEF3"/>
                      </a:solidFill>
                    </a:lnR>
                    <a:lnB w="9525">
                      <a:solidFill>
                        <a:srgbClr val="E4DEF3"/>
                      </a:solidFill>
                    </a:lnB>
                    <a:solidFill>
                      <a:srgbClr val="F0E9FF"/>
                    </a:solidFill>
                  </a:tcPr>
                </a:tc>
                <a:tc>
                  <a:txBody>
                    <a:bodyPr/>
                    <a:lstStyle/>
                    <a:p>
                      <a:r>
                        <a:rPr sz="1650" b="0">
                          <a:solidFill>
                            <a:srgbClr val="1A1633"/>
                          </a:solidFill>
                        </a:rPr>
                        <a:t>[Source / permission]</a:t>
                      </a:r>
                    </a:p>
                  </a:txBody>
                  <a:tcPr marL="91440" marR="91440" marT="45720" marB="45720">
                    <a:lnR w="9525">
                      <a:solidFill>
                        <a:srgbClr val="E4DEF3"/>
                      </a:solidFill>
                    </a:lnR>
                    <a:lnB w="9525">
                      <a:solidFill>
                        <a:srgbClr val="E4DEF3"/>
                      </a:solidFill>
                    </a:lnB>
                    <a:solidFill>
                      <a:srgbClr val="F0E9FF"/>
                    </a:solidFill>
                  </a:tcPr>
                </a:tc>
              </a:tr>
              <a:tr h="809625">
                <a:tc>
                  <a:txBody>
                    <a:bodyPr/>
                    <a:lstStyle/>
                    <a:p>
                      <a:r>
                        <a:rPr sz="1650" b="0">
                          <a:solidFill>
                            <a:srgbClr val="1A1633"/>
                          </a:solidFill>
                        </a:rPr>
                        <a:t>[Video]</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[Captions and useful description]</a:t>
                      </a:r>
                    </a:p>
                  </a:txBody>
                  <a:tcPr marL="91440" marR="91440" marT="45720" marB="45720">
                    <a:lnR w="9525">
                      <a:solidFill>
                        <a:srgbClr val="E4DEF3"/>
                      </a:solidFill>
                    </a:lnR>
                    <a:lnB w="9525">
                      <a:solidFill>
                        <a:srgbClr val="E4DEF3"/>
                      </a:solidFill>
                    </a:lnB>
                    <a:solidFill>
                      <a:srgbClr val="FFFFFF"/>
                    </a:solidFill>
                  </a:tcPr>
                </a:tc>
                <a:tc>
                  <a:txBody>
                    <a:bodyPr/>
                    <a:lstStyle/>
                    <a:p>
                      <a:r>
                        <a:rPr sz="1650" b="0">
                          <a:solidFill>
                            <a:srgbClr val="1A1633"/>
                          </a:solidFill>
                        </a:rPr>
                        <a:t>[Source / permission]</a:t>
                      </a:r>
                    </a:p>
                  </a:txBody>
                  <a:tcPr marL="91440" marR="91440" marT="45720" marB="45720">
                    <a:lnR w="9525">
                      <a:solidFill>
                        <a:srgbClr val="E4DEF3"/>
                      </a:solidFill>
                    </a:lnR>
                    <a:lnB w="9525">
                      <a:solidFill>
                        <a:srgbClr val="E4DEF3"/>
                      </a:solidFill>
                    </a:lnB>
                    <a:solidFill>
                      <a:srgbClr val="FFFFFF"/>
                    </a:solidFill>
                  </a:tcPr>
                </a:tc>
              </a:tr>
            </a:tbl>
          </a:graphicData>
        </a:graphic>
      </p:graphicFrame>
    </p:spTree>
    <p:extLst>
      <p:ext uri="{BB962C8B-B14F-4D97-AF65-F5344CB8AC3E}">
        <p14:creationId xmlns:p14="http://schemas.microsoft.com/office/powerpoint/2010/main" val="1704356610"/>
      </p:ext>
    </p:extLst>
  </p:cSld>
</p:sld>
</file>

<file path=ppt/slides/slide38.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08711FD-51EA-44F2-B538-439609022885}"/>
              </a:ext>
            </a:extLst>
          </p:cNvPr>
          <p:cNvPicPr>
            <a:picLocks xmlns:a="http://schemas.openxmlformats.org/drawingml/2006/main" noChangeAspect="1"/>
          </p:cNvPicPr>
          <p:nvPr/>
        </p:nvPicPr>
        <p:blipFill>
          <a:blip xmlns:r="http://schemas.openxmlformats.org/officeDocument/2006/relationships" xmlns:a="http://schemas.openxmlformats.org/drawingml/2006/main" r:embed="Rd1ed8d0bd4774d12"/>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2E38420-DC46-4557-8D6F-8896B797E020}"/>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CE35384A-B5C9-4438-8118-2E8A716AC229}"/>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38</a:t>
            </a:r>
          </a:p>
        </p:txBody>
      </p:sp>
      <p:sp>
        <p:nvSpPr>
          <p:cNvPr id="4" name="">
            <a:extLst xmlns:a="http://schemas.openxmlformats.org/drawingml/2006/main">
              <a:ext uri="{FF2B5EF4-FFF2-40B4-BE49-F238E27FC236}">
                <a16:creationId xmlns:a16="http://schemas.microsoft.com/office/drawing/2014/main" id="{6A3D9550-765E-49B2-B1D2-F92406F3F877}"/>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Production brief</a:t>
            </a:r>
          </a:p>
        </p:txBody>
      </p:sp>
      <p:sp>
        <p:nvSpPr>
          <p:cNvPr id="5" name="">
            <a:extLst xmlns:a="http://schemas.openxmlformats.org/drawingml/2006/main">
              <a:ext uri="{FF2B5EF4-FFF2-40B4-BE49-F238E27FC236}">
                <a16:creationId xmlns:a16="http://schemas.microsoft.com/office/drawing/2014/main" id="{40524A80-6B1C-4A28-8780-E46D83999D2F}"/>
              </a:ext>
            </a:extLst>
          </p:cNvPr>
          <p:cNvSpPr>
            <a:spLocks xmlns:a="http://schemas.openxmlformats.org/drawingml/2006/main" noGrp="1"/>
          </p:cNvSpPr>
          <p:nvPr/>
        </p:nvSpPr>
        <p:spPr>
          <a:xfrm xmlns:a="http://schemas.openxmlformats.org/drawingml/2006/main">
            <a:off x="609600" y="61436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B5470"/>
                </a:solidFill>
              </a:defRPr>
            </a:defPPr>
          </a:lstStyle>
          <a:p xmlns:a="http://schemas.openxmlformats.org/drawingml/2006/main">
            <a:pPr>
              <a:defRPr sz="1275" b="0">
                <a:solidFill>
                  <a:srgbClr val="5B5470"/>
                </a:solidFill>
              </a:defRPr>
            </a:pPr>
            <a:r>
              <a:rPr sz="1275" b="0">
                <a:solidFill>
                  <a:srgbClr val="5B5470"/>
                </a:solidFill>
              </a:rPr>
              <a:t>Author resource. Keep classification and native delivery evidence in the production packet.</a:t>
            </a:r>
          </a:p>
        </p:txBody>
      </p:sp>
      <p:sp>
        <p:nvSpPr>
          <p:cNvPr id="6" name="">
            <a:extLst xmlns:a="http://schemas.openxmlformats.org/drawingml/2006/main">
              <a:ext uri="{FF2B5EF4-FFF2-40B4-BE49-F238E27FC236}">
                <a16:creationId xmlns:a16="http://schemas.microsoft.com/office/drawing/2014/main" id="{38003B7F-E938-4C33-9B0E-B761648039F6}"/>
              </a:ext>
            </a:extLst>
          </p:cNvPr>
          <p:cNvSpPr>
            <a:spLocks xmlns:a="http://schemas.openxmlformats.org/drawingml/2006/main" noGrp="1"/>
          </p:cNvSpPr>
          <p:nvPr/>
        </p:nvSpPr>
        <p:spPr>
          <a:xfrm xmlns:a="http://schemas.openxmlformats.org/drawingml/2006/main">
            <a:off x="609600" y="25717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Learning promise</a:t>
            </a:r>
          </a:p>
        </p:txBody>
      </p:sp>
      <p:sp>
        <p:nvSpPr>
          <p:cNvPr id="7" name="">
            <a:extLst xmlns:a="http://schemas.openxmlformats.org/drawingml/2006/main">
              <a:ext uri="{FF2B5EF4-FFF2-40B4-BE49-F238E27FC236}">
                <a16:creationId xmlns:a16="http://schemas.microsoft.com/office/drawing/2014/main" id="{4FE2C2E1-C690-45C8-8581-D22610AD0A54}"/>
              </a:ext>
            </a:extLst>
          </p:cNvPr>
          <p:cNvSpPr>
            <a:spLocks xmlns:a="http://schemas.openxmlformats.org/drawingml/2006/main" noGrp="1"/>
          </p:cNvSpPr>
          <p:nvPr/>
        </p:nvSpPr>
        <p:spPr>
          <a:xfrm xmlns:a="http://schemas.openxmlformats.org/drawingml/2006/main">
            <a:off x="609600" y="3390900"/>
            <a:ext cx="48768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[Audience and instrument]</a:t>
            </a:r>
          </a:p>
          <a:p xmlns:a="http://schemas.openxmlformats.org/drawingml/2006/main">
            <a:pPr>
              <a:defRPr sz="2025" b="0">
                <a:solidFill>
                  <a:srgbClr val="1A1633"/>
                </a:solidFill>
              </a:defRPr>
            </a:pPr>
            <a:r>
              <a:rPr sz="2025" b="0">
                <a:solidFill>
                  <a:srgbClr val="1A1633"/>
                </a:solidFill>
              </a:rPr>
              <a:t>[Locale and difficulty]</a:t>
            </a:r>
          </a:p>
          <a:p xmlns:a="http://schemas.openxmlformats.org/drawingml/2006/main">
            <a:pPr>
              <a:defRPr sz="2025" b="0">
                <a:solidFill>
                  <a:srgbClr val="1A1633"/>
                </a:solidFill>
              </a:defRPr>
            </a:pPr>
            <a:r>
              <a:rPr sz="2025" b="0">
                <a:solidFill>
                  <a:srgbClr val="1A1633"/>
                </a:solidFill>
              </a:rPr>
              <a:t>[Observable outcome]</a:t>
            </a:r>
          </a:p>
        </p:txBody>
      </p:sp>
      <p:sp>
        <p:nvSpPr>
          <p:cNvPr id="8" name="">
            <a:extLst xmlns:a="http://schemas.openxmlformats.org/drawingml/2006/main">
              <a:ext uri="{FF2B5EF4-FFF2-40B4-BE49-F238E27FC236}">
                <a16:creationId xmlns:a16="http://schemas.microsoft.com/office/drawing/2014/main" id="{6647E61E-3845-426E-9223-977D2CCC84D9}"/>
              </a:ext>
            </a:extLst>
          </p:cNvPr>
          <p:cNvSpPr>
            <a:spLocks xmlns:a="http://schemas.openxmlformats.org/drawingml/2006/main" noGrp="1"/>
          </p:cNvSpPr>
          <p:nvPr/>
        </p:nvSpPr>
        <p:spPr>
          <a:xfrm xmlns:a="http://schemas.openxmlformats.org/drawingml/2006/main">
            <a:off x="5848350" y="25717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Production choices</a:t>
            </a:r>
          </a:p>
        </p:txBody>
      </p:sp>
      <p:sp>
        <p:nvSpPr>
          <p:cNvPr id="9" name="">
            <a:extLst xmlns:a="http://schemas.openxmlformats.org/drawingml/2006/main">
              <a:ext uri="{FF2B5EF4-FFF2-40B4-BE49-F238E27FC236}">
                <a16:creationId xmlns:a16="http://schemas.microsoft.com/office/drawing/2014/main" id="{FB11BCA2-6C79-410C-B665-B0EE33E87073}"/>
              </a:ext>
            </a:extLst>
          </p:cNvPr>
          <p:cNvSpPr>
            <a:spLocks xmlns:a="http://schemas.openxmlformats.org/drawingml/2006/main" noGrp="1"/>
          </p:cNvSpPr>
          <p:nvPr/>
        </p:nvSpPr>
        <p:spPr>
          <a:xfrm xmlns:a="http://schemas.openxmlformats.org/drawingml/2006/main">
            <a:off x="5848350" y="3390900"/>
            <a:ext cx="48768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[Existing skill/concept keys]</a:t>
            </a:r>
          </a:p>
          <a:p xmlns:a="http://schemas.openxmlformats.org/drawingml/2006/main">
            <a:pPr>
              <a:defRPr sz="2025" b="0">
                <a:solidFill>
                  <a:srgbClr val="1A1633"/>
                </a:solidFill>
              </a:defRPr>
            </a:pPr>
            <a:r>
              <a:rPr sz="2025" b="0">
                <a:solidFill>
                  <a:srgbClr val="1A1633"/>
                </a:solidFill>
              </a:rPr>
              <a:t>[Modalities and assets]</a:t>
            </a:r>
          </a:p>
          <a:p xmlns:a="http://schemas.openxmlformats.org/drawingml/2006/main">
            <a:pPr>
              <a:defRPr sz="2025" b="0">
                <a:solidFill>
                  <a:srgbClr val="1A1633"/>
                </a:solidFill>
              </a:defRPr>
            </a:pPr>
            <a:r>
              <a:rPr sz="2025" b="0">
                <a:solidFill>
                  <a:srgbClr val="1A1633"/>
                </a:solidFill>
              </a:rPr>
              <a:t>[Native delivery and open gaps]</a:t>
            </a:r>
          </a:p>
        </p:txBody>
      </p:sp>
    </p:spTree>
    <p:extLst>
      <p:ext uri="{BB962C8B-B14F-4D97-AF65-F5344CB8AC3E}">
        <p14:creationId xmlns:p14="http://schemas.microsoft.com/office/powerpoint/2010/main" val="585366707"/>
      </p:ext>
    </p:extLst>
  </p:cSld>
</p:sld>
</file>

<file path=ppt/slides/slide39.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548886F-7F7F-4B64-A93D-7D3FFE25AFD7}"/>
              </a:ext>
            </a:extLst>
          </p:cNvPr>
          <p:cNvPicPr>
            <a:picLocks xmlns:a="http://schemas.openxmlformats.org/drawingml/2006/main" noChangeAspect="1"/>
          </p:cNvPicPr>
          <p:nvPr/>
        </p:nvPicPr>
        <p:blipFill>
          <a:blip xmlns:r="http://schemas.openxmlformats.org/officeDocument/2006/relationships" xmlns:a="http://schemas.openxmlformats.org/drawingml/2006/main" r:embed="Rb2e4520113204c37"/>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1EDC82-8D08-4B15-9288-D482EF0A415A}"/>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4C32C1D9-C403-4621-BA22-AD9DA18EBD49}"/>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39</a:t>
            </a:r>
          </a:p>
        </p:txBody>
      </p:sp>
      <p:sp>
        <p:nvSpPr>
          <p:cNvPr id="4" name="">
            <a:extLst xmlns:a="http://schemas.openxmlformats.org/drawingml/2006/main">
              <a:ext uri="{FF2B5EF4-FFF2-40B4-BE49-F238E27FC236}">
                <a16:creationId xmlns:a16="http://schemas.microsoft.com/office/drawing/2014/main" id="{B6F8B518-83FF-427A-93FB-7FE4F3EA6587}"/>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Editorial review</a:t>
            </a:r>
          </a:p>
        </p:txBody>
      </p:sp>
      <p:sp>
        <p:nvSpPr>
          <p:cNvPr id="5" name="">
            <a:extLst xmlns:a="http://schemas.openxmlformats.org/drawingml/2006/main">
              <a:ext uri="{FF2B5EF4-FFF2-40B4-BE49-F238E27FC236}">
                <a16:creationId xmlns:a16="http://schemas.microsoft.com/office/drawing/2014/main" id="{5B0ECB4E-33FC-430C-968F-9F515C397A6D}"/>
              </a:ext>
            </a:extLst>
          </p:cNvPr>
          <p:cNvSpPr>
            <a:spLocks xmlns:a="http://schemas.openxmlformats.org/drawingml/2006/main" noGrp="1"/>
          </p:cNvSpPr>
          <p:nvPr/>
        </p:nvSpPr>
        <p:spPr>
          <a:xfrm xmlns:a="http://schemas.openxmlformats.org/drawingml/2006/main">
            <a:off x="609600" y="61436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B5470"/>
                </a:solidFill>
              </a:defRPr>
            </a:defPPr>
          </a:lstStyle>
          <a:p xmlns:a="http://schemas.openxmlformats.org/drawingml/2006/main">
            <a:pPr>
              <a:defRPr sz="1275" b="0">
                <a:solidFill>
                  <a:srgbClr val="5B5470"/>
                </a:solidFill>
              </a:defRPr>
            </a:pPr>
            <a:r>
              <a:rPr sz="1275" b="0">
                <a:solidFill>
                  <a:srgbClr val="5B5470"/>
                </a:solidFill>
              </a:rPr>
              <a:t>Author resource. A presentation alone does not implement native practice or verify mastery.</a:t>
            </a:r>
          </a:p>
        </p:txBody>
      </p:sp>
      <p:graphicFrame>
        <p:nvGraphicFramePr>
          <p:cNvPr id="6" name="">
            <a:extLst xmlns:a="http://schemas.openxmlformats.org/drawingml/2006/main">
              <a:ext uri="{FF2B5EF4-FFF2-40B4-BE49-F238E27FC236}">
                <a16:creationId xmlns:a16="http://schemas.microsoft.com/office/drawing/2014/main" id="{E050BA8D-01D7-4A05-97C2-03D8782EF38E}"/>
              </a:ext>
            </a:extLst>
          </p:cNvPr>
          <p:cNvGraphicFramePr/>
          <p:nvPr/>
        </p:nvGraphicFramePr>
        <p:xfrm>
          <a:off xmlns:a="http://schemas.openxmlformats.org/drawingml/2006/main" x="609600" y="2333625"/>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809625">
                <a:tc>
                  <a:txBody>
                    <a:bodyPr/>
                    <a:lstStyle/>
                    <a:p>
                      <a:r>
                        <a:rPr sz="1725" b="1">
                          <a:solidFill>
                            <a:srgbClr val="FFFFFF"/>
                          </a:solidFill>
                        </a:rPr>
                        <a:t>Review area</a:t>
                      </a:r>
                    </a:p>
                  </a:txBody>
                  <a:tcPr marL="91440" marR="91440" marT="45720" marB="45720">
                    <a:lnL w="9525">
                      <a:solidFill>
                        <a:srgbClr val="E4DEF3"/>
                      </a:solidFill>
                    </a:lnL>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Evidence</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c>
                  <a:txBody>
                    <a:bodyPr/>
                    <a:lstStyle/>
                    <a:p>
                      <a:r>
                        <a:rPr sz="1725" b="1">
                          <a:solidFill>
                            <a:srgbClr val="FFFFFF"/>
                          </a:solidFill>
                        </a:rPr>
                        <a:t>Decision</a:t>
                      </a:r>
                    </a:p>
                  </a:txBody>
                  <a:tcPr marL="91440" marR="91440" marT="45720" marB="45720">
                    <a:lnR w="9525">
                      <a:solidFill>
                        <a:srgbClr val="E4DEF3"/>
                      </a:solidFill>
                    </a:lnR>
                    <a:lnT w="9525">
                      <a:solidFill>
                        <a:srgbClr val="E4DEF3"/>
                      </a:solidFill>
                    </a:lnT>
                    <a:lnB w="9525">
                      <a:solidFill>
                        <a:srgbClr val="E4DEF3"/>
                      </a:solidFill>
                    </a:lnB>
                    <a:solidFill>
                      <a:srgbClr val="6D28E0"/>
                    </a:solidFill>
                  </a:tcPr>
                </a:tc>
              </a:tr>
              <a:tr h="809625">
                <a:tc>
                  <a:txBody>
                    <a:bodyPr/>
                    <a:lstStyle/>
                    <a:p>
                      <a:r>
                        <a:rPr sz="1650" b="0">
                          <a:solidFill>
                            <a:srgbClr val="1A1633"/>
                          </a:solidFill>
                        </a:rPr>
                        <a:t>Music and locale</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[Reviewer / exact revision]</a:t>
                      </a:r>
                    </a:p>
                  </a:txBody>
                  <a:tcPr marL="91440" marR="91440" marT="45720" marB="45720">
                    <a:lnR w="9525">
                      <a:solidFill>
                        <a:srgbClr val="E4DEF3"/>
                      </a:solidFill>
                    </a:lnR>
                    <a:lnB w="9525">
                      <a:solidFill>
                        <a:srgbClr val="E4DEF3"/>
                      </a:solidFill>
                    </a:lnB>
                    <a:solidFill>
                      <a:srgbClr val="FFFFFF"/>
                    </a:solidFill>
                  </a:tcPr>
                </a:tc>
                <a:tc>
                  <a:txBody>
                    <a:bodyPr/>
                    <a:lstStyle/>
                    <a:p>
                      <a:r>
                        <a:rPr sz="1650" b="0">
                          <a:solidFill>
                            <a:srgbClr val="1A1633"/>
                          </a:solidFill>
                        </a:rPr>
                        <a:t>[Pass / revise / blocked]</a:t>
                      </a:r>
                    </a:p>
                  </a:txBody>
                  <a:tcPr marL="91440" marR="91440" marT="45720" marB="45720">
                    <a:lnR w="9525">
                      <a:solidFill>
                        <a:srgbClr val="E4DEF3"/>
                      </a:solidFill>
                    </a:lnR>
                    <a:lnB w="9525">
                      <a:solidFill>
                        <a:srgbClr val="E4DEF3"/>
                      </a:solidFill>
                    </a:lnB>
                    <a:solidFill>
                      <a:srgbClr val="FFFFFF"/>
                    </a:solidFill>
                  </a:tcPr>
                </a:tc>
              </a:tr>
              <a:tr h="809625">
                <a:tc>
                  <a:txBody>
                    <a:bodyPr/>
                    <a:lstStyle/>
                    <a:p>
                      <a:r>
                        <a:rPr sz="1650" b="0">
                          <a:solidFill>
                            <a:srgbClr val="1A1633"/>
                          </a:solidFill>
                        </a:rPr>
                        <a:t>Classification and access</a:t>
                      </a:r>
                    </a:p>
                  </a:txBody>
                  <a:tcPr marL="91440" marR="91440" marT="45720" marB="45720">
                    <a:lnL w="9525">
                      <a:solidFill>
                        <a:srgbClr val="E4DEF3"/>
                      </a:solidFill>
                    </a:lnL>
                    <a:lnR w="9525">
                      <a:solidFill>
                        <a:srgbClr val="E4DEF3"/>
                      </a:solidFill>
                    </a:lnR>
                    <a:lnB w="9525">
                      <a:solidFill>
                        <a:srgbClr val="E4DEF3"/>
                      </a:solidFill>
                    </a:lnB>
                    <a:solidFill>
                      <a:srgbClr val="F0E9FF"/>
                    </a:solidFill>
                  </a:tcPr>
                </a:tc>
                <a:tc>
                  <a:txBody>
                    <a:bodyPr/>
                    <a:lstStyle/>
                    <a:p>
                      <a:r>
                        <a:rPr sz="1650" b="0">
                          <a:solidFill>
                            <a:srgbClr val="1A1633"/>
                          </a:solidFill>
                        </a:rPr>
                        <a:t>[Keys / IDs / reference checks]</a:t>
                      </a:r>
                    </a:p>
                  </a:txBody>
                  <a:tcPr marL="91440" marR="91440" marT="45720" marB="45720">
                    <a:lnR w="9525">
                      <a:solidFill>
                        <a:srgbClr val="E4DEF3"/>
                      </a:solidFill>
                    </a:lnR>
                    <a:lnB w="9525">
                      <a:solidFill>
                        <a:srgbClr val="E4DEF3"/>
                      </a:solidFill>
                    </a:lnB>
                    <a:solidFill>
                      <a:srgbClr val="F0E9FF"/>
                    </a:solidFill>
                  </a:tcPr>
                </a:tc>
                <a:tc>
                  <a:txBody>
                    <a:bodyPr/>
                    <a:lstStyle/>
                    <a:p>
                      <a:r>
                        <a:rPr sz="1650" b="0">
                          <a:solidFill>
                            <a:srgbClr val="1A1633"/>
                          </a:solidFill>
                        </a:rPr>
                        <a:t>[Pass / revise / blocked]</a:t>
                      </a:r>
                    </a:p>
                  </a:txBody>
                  <a:tcPr marL="91440" marR="91440" marT="45720" marB="45720">
                    <a:lnR w="9525">
                      <a:solidFill>
                        <a:srgbClr val="E4DEF3"/>
                      </a:solidFill>
                    </a:lnR>
                    <a:lnB w="9525">
                      <a:solidFill>
                        <a:srgbClr val="E4DEF3"/>
                      </a:solidFill>
                    </a:lnB>
                    <a:solidFill>
                      <a:srgbClr val="F0E9FF"/>
                    </a:solidFill>
                  </a:tcPr>
                </a:tc>
              </a:tr>
              <a:tr h="809625">
                <a:tc>
                  <a:txBody>
                    <a:bodyPr/>
                    <a:lstStyle/>
                    <a:p>
                      <a:r>
                        <a:rPr sz="1650" b="0">
                          <a:solidFill>
                            <a:srgbClr val="1A1633"/>
                          </a:solidFill>
                        </a:rPr>
                        <a:t>Rendering and delivery</a:t>
                      </a:r>
                    </a:p>
                  </a:txBody>
                  <a:tcPr marL="91440" marR="91440" marT="45720" marB="45720">
                    <a:lnL w="9525">
                      <a:solidFill>
                        <a:srgbClr val="E4DEF3"/>
                      </a:solidFill>
                    </a:lnL>
                    <a:lnR w="9525">
                      <a:solidFill>
                        <a:srgbClr val="E4DEF3"/>
                      </a:solidFill>
                    </a:lnR>
                    <a:lnB w="9525">
                      <a:solidFill>
                        <a:srgbClr val="E4DEF3"/>
                      </a:solidFill>
                    </a:lnB>
                    <a:solidFill>
                      <a:srgbClr val="FFFFFF"/>
                    </a:solidFill>
                  </a:tcPr>
                </a:tc>
                <a:tc>
                  <a:txBody>
                    <a:bodyPr/>
                    <a:lstStyle/>
                    <a:p>
                      <a:r>
                        <a:rPr sz="1650" b="0">
                          <a:solidFill>
                            <a:srgbClr val="1A1633"/>
                          </a:solidFill>
                        </a:rPr>
                        <a:t>[Environment / observation]</a:t>
                      </a:r>
                    </a:p>
                  </a:txBody>
                  <a:tcPr marL="91440" marR="91440" marT="45720" marB="45720">
                    <a:lnR w="9525">
                      <a:solidFill>
                        <a:srgbClr val="E4DEF3"/>
                      </a:solidFill>
                    </a:lnR>
                    <a:lnB w="9525">
                      <a:solidFill>
                        <a:srgbClr val="E4DEF3"/>
                      </a:solidFill>
                    </a:lnB>
                    <a:solidFill>
                      <a:srgbClr val="FFFFFF"/>
                    </a:solidFill>
                  </a:tcPr>
                </a:tc>
                <a:tc>
                  <a:txBody>
                    <a:bodyPr/>
                    <a:lstStyle/>
                    <a:p>
                      <a:r>
                        <a:rPr sz="1650" b="0">
                          <a:solidFill>
                            <a:srgbClr val="1A1633"/>
                          </a:solidFill>
                        </a:rPr>
                        <a:t>[Pass / revise / blocked]</a:t>
                      </a:r>
                    </a:p>
                  </a:txBody>
                  <a:tcPr marL="91440" marR="91440" marT="45720" marB="45720">
                    <a:lnR w="9525">
                      <a:solidFill>
                        <a:srgbClr val="E4DEF3"/>
                      </a:solidFill>
                    </a:lnR>
                    <a:lnB w="9525">
                      <a:solidFill>
                        <a:srgbClr val="E4DEF3"/>
                      </a:solidFill>
                    </a:lnB>
                    <a:solidFill>
                      <a:srgbClr val="FFFFFF"/>
                    </a:solidFill>
                  </a:tcPr>
                </a:tc>
              </a:tr>
            </a:tbl>
          </a:graphicData>
        </a:graphic>
      </p:graphicFrame>
    </p:spTree>
    <p:extLst>
      <p:ext uri="{BB962C8B-B14F-4D97-AF65-F5344CB8AC3E}">
        <p14:creationId xmlns:p14="http://schemas.microsoft.com/office/powerpoint/2010/main" val="1209410846"/>
      </p:ext>
    </p:extLst>
  </p:cSld>
</p:sld>
</file>

<file path=ppt/slides/slide40.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B53451F-2E07-4364-8510-9C323E88856B}"/>
              </a:ext>
            </a:extLst>
          </p:cNvPr>
          <p:cNvPicPr>
            <a:picLocks xmlns:a="http://schemas.openxmlformats.org/drawingml/2006/main" noChangeAspect="1"/>
          </p:cNvPicPr>
          <p:nvPr/>
        </p:nvPicPr>
        <p:blipFill>
          <a:blip xmlns:r="http://schemas.openxmlformats.org/officeDocument/2006/relationships" xmlns:a="http://schemas.openxmlformats.org/drawingml/2006/main" r:embed="R86da5fd16ca9420a"/>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835DE4-7E7E-4C24-9718-11B87FA79191}"/>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CF838798-284E-4518-9D21-BC5926F91922}"/>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40</a:t>
            </a:r>
          </a:p>
        </p:txBody>
      </p:sp>
      <p:sp>
        <p:nvSpPr>
          <p:cNvPr id="4" name="">
            <a:extLst xmlns:a="http://schemas.openxmlformats.org/drawingml/2006/main">
              <a:ext uri="{FF2B5EF4-FFF2-40B4-BE49-F238E27FC236}">
                <a16:creationId xmlns:a16="http://schemas.microsoft.com/office/drawing/2014/main" id="{ADEE9FE2-8818-4794-ACC5-151401E73348}"/>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Plan, Do, Check, Act</a:t>
            </a:r>
          </a:p>
        </p:txBody>
      </p:sp>
      <p:sp>
        <p:nvSpPr>
          <p:cNvPr id="5" name="">
            <a:extLst xmlns:a="http://schemas.openxmlformats.org/drawingml/2006/main">
              <a:ext uri="{FF2B5EF4-FFF2-40B4-BE49-F238E27FC236}">
                <a16:creationId xmlns:a16="http://schemas.microsoft.com/office/drawing/2014/main" id="{27257172-47BA-449D-B4C0-A23E150C9CD4}"/>
              </a:ext>
            </a:extLst>
          </p:cNvPr>
          <p:cNvSpPr>
            <a:spLocks xmlns:a="http://schemas.openxmlformats.org/drawingml/2006/main" noGrp="1"/>
          </p:cNvSpPr>
          <p:nvPr/>
        </p:nvSpPr>
        <p:spPr>
          <a:xfrm xmlns:a="http://schemas.openxmlformats.org/drawingml/2006/main">
            <a:off x="609600" y="61436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B5470"/>
                </a:solidFill>
              </a:defRPr>
            </a:defPPr>
          </a:lstStyle>
          <a:p xmlns:a="http://schemas.openxmlformats.org/drawingml/2006/main">
            <a:pPr>
              <a:defRPr sz="1275" b="0">
                <a:solidFill>
                  <a:srgbClr val="5B5470"/>
                </a:solidFill>
              </a:defRPr>
            </a:pPr>
            <a:r>
              <a:rPr sz="1275" b="0">
                <a:solidFill>
                  <a:srgbClr val="5B5470"/>
                </a:solidFill>
              </a:rPr>
              <a:t>Author resource. Record versions and evidence in the production packet.</a:t>
            </a:r>
          </a:p>
        </p:txBody>
      </p:sp>
      <p:sp>
        <p:nvSpPr>
          <p:cNvPr id="6" name="">
            <a:extLst xmlns:a="http://schemas.openxmlformats.org/drawingml/2006/main">
              <a:ext uri="{FF2B5EF4-FFF2-40B4-BE49-F238E27FC236}">
                <a16:creationId xmlns:a16="http://schemas.microsoft.com/office/drawing/2014/main" id="{448FD083-C659-4702-8DF0-C7461C4E3568}"/>
              </a:ext>
            </a:extLst>
          </p:cNvPr>
          <p:cNvSpPr>
            <a:spLocks xmlns:a="http://schemas.openxmlformats.org/drawingml/2006/main" noGrp="1"/>
          </p:cNvSpPr>
          <p:nvPr/>
        </p:nvSpPr>
        <p:spPr>
          <a:xfrm xmlns:a="http://schemas.openxmlformats.org/drawingml/2006/main">
            <a:off x="609600" y="25717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Plan &amp; Do</a:t>
            </a:r>
          </a:p>
        </p:txBody>
      </p:sp>
      <p:sp>
        <p:nvSpPr>
          <p:cNvPr id="7" name="">
            <a:extLst xmlns:a="http://schemas.openxmlformats.org/drawingml/2006/main">
              <a:ext uri="{FF2B5EF4-FFF2-40B4-BE49-F238E27FC236}">
                <a16:creationId xmlns:a16="http://schemas.microsoft.com/office/drawing/2014/main" id="{343696FB-F37D-4AED-801A-3BEEC2491369}"/>
              </a:ext>
            </a:extLst>
          </p:cNvPr>
          <p:cNvSpPr>
            <a:spLocks xmlns:a="http://schemas.openxmlformats.org/drawingml/2006/main" noGrp="1"/>
          </p:cNvSpPr>
          <p:nvPr/>
        </p:nvSpPr>
        <p:spPr>
          <a:xfrm xmlns:a="http://schemas.openxmlformats.org/drawingml/2006/main">
            <a:off x="609600" y="3390900"/>
            <a:ext cx="48768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[Outcome and source revision]</a:t>
            </a:r>
          </a:p>
          <a:p xmlns:a="http://schemas.openxmlformats.org/drawingml/2006/main">
            <a:r>
              <a:t/>
            </a:r>
          </a:p>
          <a:p xmlns:a="http://schemas.openxmlformats.org/drawingml/2006/main">
            <a:pPr>
              <a:defRPr sz="2025" b="0">
                <a:solidFill>
                  <a:srgbClr val="1A1633"/>
                </a:solidFill>
              </a:defRPr>
            </a:pPr>
            <a:r>
              <a:rPr sz="2025" b="0">
                <a:solidFill>
                  <a:srgbClr val="1A1633"/>
                </a:solidFill>
              </a:rPr>
              <a:t>[Draft version and asset inventory]</a:t>
            </a:r>
          </a:p>
        </p:txBody>
      </p:sp>
      <p:sp>
        <p:nvSpPr>
          <p:cNvPr id="8" name="">
            <a:extLst xmlns:a="http://schemas.openxmlformats.org/drawingml/2006/main">
              <a:ext uri="{FF2B5EF4-FFF2-40B4-BE49-F238E27FC236}">
                <a16:creationId xmlns:a16="http://schemas.microsoft.com/office/drawing/2014/main" id="{44A25E7D-A6AD-446D-84B9-2D7051C8868E}"/>
              </a:ext>
            </a:extLst>
          </p:cNvPr>
          <p:cNvSpPr>
            <a:spLocks xmlns:a="http://schemas.openxmlformats.org/drawingml/2006/main" noGrp="1"/>
          </p:cNvSpPr>
          <p:nvPr/>
        </p:nvSpPr>
        <p:spPr>
          <a:xfrm xmlns:a="http://schemas.openxmlformats.org/drawingml/2006/main">
            <a:off x="5848350" y="25717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D28E0"/>
                </a:solidFill>
              </a:defRPr>
            </a:defPPr>
          </a:lstStyle>
          <a:p xmlns:a="http://schemas.openxmlformats.org/drawingml/2006/main">
            <a:pPr>
              <a:defRPr sz="2550" b="1">
                <a:solidFill>
                  <a:srgbClr val="6D28E0"/>
                </a:solidFill>
              </a:defRPr>
            </a:pPr>
            <a:r>
              <a:rPr sz="2550" b="1">
                <a:solidFill>
                  <a:srgbClr val="6D28E0"/>
                </a:solidFill>
              </a:rPr>
              <a:t>Check &amp; Act</a:t>
            </a:r>
          </a:p>
        </p:txBody>
      </p:sp>
      <p:sp>
        <p:nvSpPr>
          <p:cNvPr id="9" name="">
            <a:extLst xmlns:a="http://schemas.openxmlformats.org/drawingml/2006/main">
              <a:ext uri="{FF2B5EF4-FFF2-40B4-BE49-F238E27FC236}">
                <a16:creationId xmlns:a16="http://schemas.microsoft.com/office/drawing/2014/main" id="{291B4913-BA20-43BD-9147-3FDB4F347E7E}"/>
              </a:ext>
            </a:extLst>
          </p:cNvPr>
          <p:cNvSpPr>
            <a:spLocks xmlns:a="http://schemas.openxmlformats.org/drawingml/2006/main" noGrp="1"/>
          </p:cNvSpPr>
          <p:nvPr/>
        </p:nvSpPr>
        <p:spPr>
          <a:xfrm xmlns:a="http://schemas.openxmlformats.org/drawingml/2006/main">
            <a:off x="5848350" y="3390900"/>
            <a:ext cx="48768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633"/>
                </a:solidFill>
              </a:defRPr>
            </a:defPPr>
          </a:lstStyle>
          <a:p xmlns:a="http://schemas.openxmlformats.org/drawingml/2006/main">
            <a:pPr>
              <a:defRPr sz="2025" b="0">
                <a:solidFill>
                  <a:srgbClr val="1A1633"/>
                </a:solidFill>
              </a:defRPr>
            </a:pPr>
            <a:r>
              <a:rPr sz="2025" b="0">
                <a:solidFill>
                  <a:srgbClr val="1A1633"/>
                </a:solidFill>
              </a:rPr>
              <a:t>[Findings and reviewer type]</a:t>
            </a:r>
          </a:p>
          <a:p xmlns:a="http://schemas.openxmlformats.org/drawingml/2006/main">
            <a:r>
              <a:t/>
            </a:r>
          </a:p>
          <a:p xmlns:a="http://schemas.openxmlformats.org/drawingml/2006/main">
            <a:pPr>
              <a:defRPr sz="2025" b="0">
                <a:solidFill>
                  <a:srgbClr val="1A1633"/>
                </a:solidFill>
              </a:defRPr>
            </a:pPr>
            <a:r>
              <a:rPr sz="2025" b="0">
                <a:solidFill>
                  <a:srgbClr val="1A1633"/>
                </a:solidFill>
              </a:rPr>
              <a:t>[Disposition and next phase]</a:t>
            </a:r>
          </a:p>
        </p:txBody>
      </p:sp>
    </p:spTree>
    <p:extLst>
      <p:ext uri="{BB962C8B-B14F-4D97-AF65-F5344CB8AC3E}">
        <p14:creationId xmlns:p14="http://schemas.microsoft.com/office/powerpoint/2010/main" val="291802358"/>
      </p:ext>
    </p:extLst>
  </p:cSld>
</p:sld>
</file>

<file path=ppt/slides/slide41.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89D2302-75FE-4B52-B8D0-0D9FADE5834E}"/>
              </a:ext>
            </a:extLst>
          </p:cNvPr>
          <p:cNvPicPr>
            <a:picLocks xmlns:a="http://schemas.openxmlformats.org/drawingml/2006/main" noChangeAspect="1"/>
          </p:cNvPicPr>
          <p:nvPr/>
        </p:nvPicPr>
        <p:blipFill>
          <a:blip xmlns:r="http://schemas.openxmlformats.org/officeDocument/2006/relationships" xmlns:a="http://schemas.openxmlformats.org/drawingml/2006/main" r:embed="R9a8ff054ad7a49ab"/>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420FEF-085F-40CD-87AD-647D6C0AC7E9}"/>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44F133F3-11EF-4C0E-B137-2964DF66F5C3}"/>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41</a:t>
            </a:r>
          </a:p>
        </p:txBody>
      </p:sp>
      <p:sp>
        <p:nvSpPr>
          <p:cNvPr id="4" name="">
            <a:extLst xmlns:a="http://schemas.openxmlformats.org/drawingml/2006/main">
              <a:ext uri="{FF2B5EF4-FFF2-40B4-BE49-F238E27FC236}">
                <a16:creationId xmlns:a16="http://schemas.microsoft.com/office/drawing/2014/main" id="{E21A8A85-E24A-4828-B0C8-CC5568FDDD0A}"/>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Reusable visual resources</a:t>
            </a:r>
          </a:p>
        </p:txBody>
      </p:sp>
      <p:sp>
        <p:nvSpPr>
          <p:cNvPr id="5" name="">
            <a:extLst xmlns:a="http://schemas.openxmlformats.org/drawingml/2006/main">
              <a:ext uri="{FF2B5EF4-FFF2-40B4-BE49-F238E27FC236}">
                <a16:creationId xmlns:a16="http://schemas.microsoft.com/office/drawing/2014/main" id="{C00F440A-48F6-4F5D-B260-BB1A7978CE50}"/>
              </a:ext>
            </a:extLst>
          </p:cNvPr>
          <p:cNvSpPr>
            <a:spLocks xmlns:a="http://schemas.openxmlformats.org/drawingml/2006/main" noGrp="1"/>
          </p:cNvSpPr>
          <p:nvPr/>
        </p:nvSpPr>
        <p:spPr>
          <a:xfrm xmlns:a="http://schemas.openxmlformats.org/drawingml/2006/main">
            <a:off x="609600" y="61436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B5470"/>
                </a:solidFill>
              </a:defRPr>
            </a:defPPr>
          </a:lstStyle>
          <a:p xmlns:a="http://schemas.openxmlformats.org/drawingml/2006/main">
            <a:pPr>
              <a:defRPr sz="1275" b="0">
                <a:solidFill>
                  <a:srgbClr val="5B5470"/>
                </a:solidFill>
              </a:defRPr>
            </a:pPr>
            <a:r>
              <a:rPr sz="1275" b="0">
                <a:solidFill>
                  <a:srgbClr val="5B5470"/>
                </a:solidFill>
              </a:rPr>
              <a:t>Author resource. Duplicate the editable diagrams and preserve the original brand mark.</a:t>
            </a:r>
          </a:p>
        </p:txBody>
      </p:sp>
      <p:sp>
        <p:nvSpPr>
          <p:cNvPr id="6" name="">
            <a:extLst xmlns:a="http://schemas.openxmlformats.org/drawingml/2006/main">
              <a:ext uri="{FF2B5EF4-FFF2-40B4-BE49-F238E27FC236}">
                <a16:creationId xmlns:a16="http://schemas.microsoft.com/office/drawing/2014/main" id="{FBE5EE21-4144-417A-8635-96DF7D14C0E1}"/>
              </a:ext>
            </a:extLst>
          </p:cNvPr>
          <p:cNvSpPr>
            <a:spLocks xmlns:a="http://schemas.openxmlformats.org/drawingml/2006/main" noGrp="1"/>
          </p:cNvSpPr>
          <p:nvPr/>
        </p:nvSpPr>
        <p:spPr>
          <a:xfrm xmlns:a="http://schemas.openxmlformats.org/drawingml/2006/main">
            <a:off x="609600" y="23812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6D28E0"/>
                </a:solidFill>
              </a:defRPr>
            </a:defPPr>
          </a:lstStyle>
          <a:p xmlns:a="http://schemas.openxmlformats.org/drawingml/2006/main">
            <a:pPr>
              <a:defRPr sz="3000" b="1">
                <a:solidFill>
                  <a:srgbClr val="6D28E0"/>
                </a:solidFill>
              </a:defRPr>
            </a:pPr>
            <a:r>
              <a:rPr sz="3000" b="1">
                <a:solidFill>
                  <a:srgbClr val="6D28E0"/>
                </a:solidFill>
              </a:rPr>
              <a:t>Diagrams</a:t>
            </a:r>
          </a:p>
        </p:txBody>
      </p:sp>
      <p:sp>
        <p:nvSpPr>
          <p:cNvPr id="7" name="">
            <a:extLst xmlns:a="http://schemas.openxmlformats.org/drawingml/2006/main">
              <a:ext uri="{FF2B5EF4-FFF2-40B4-BE49-F238E27FC236}">
                <a16:creationId xmlns:a16="http://schemas.microsoft.com/office/drawing/2014/main" id="{0B235685-59FB-42A5-A159-051AE7545184}"/>
              </a:ext>
            </a:extLst>
          </p:cNvPr>
          <p:cNvSpPr>
            <a:spLocks xmlns:a="http://schemas.openxmlformats.org/drawingml/2006/main" noGrp="1"/>
          </p:cNvSpPr>
          <p:nvPr/>
        </p:nvSpPr>
        <p:spPr>
          <a:xfrm xmlns:a="http://schemas.openxmlformats.org/drawingml/2006/main">
            <a:off x="609600" y="3267075"/>
            <a:ext cx="4953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A1633"/>
                </a:solidFill>
              </a:defRPr>
            </a:defPPr>
          </a:lstStyle>
          <a:p xmlns:a="http://schemas.openxmlformats.org/drawingml/2006/main">
            <a:pPr>
              <a:defRPr sz="2175" b="0">
                <a:solidFill>
                  <a:srgbClr val="1A1633"/>
                </a:solidFill>
              </a:defRPr>
            </a:pPr>
            <a:r>
              <a:rPr sz="2175" b="0">
                <a:solidFill>
                  <a:srgbClr val="1A1633"/>
                </a:solidFill>
              </a:rPr>
              <a:t>Fretboard  /  Chord shape</a:t>
            </a:r>
          </a:p>
          <a:p xmlns:a="http://schemas.openxmlformats.org/drawingml/2006/main">
            <a:pPr>
              <a:defRPr sz="2175" b="0">
                <a:solidFill>
                  <a:srgbClr val="1A1633"/>
                </a:solidFill>
              </a:defRPr>
            </a:pPr>
            <a:r>
              <a:rPr sz="2175" b="0">
                <a:solidFill>
                  <a:srgbClr val="1A1633"/>
                </a:solidFill>
              </a:rPr>
              <a:t>Count grid  /  Tablature</a:t>
            </a:r>
          </a:p>
          <a:p xmlns:a="http://schemas.openxmlformats.org/drawingml/2006/main">
            <a:pPr>
              <a:defRPr sz="2175" b="0">
                <a:solidFill>
                  <a:srgbClr val="1A1633"/>
                </a:solidFill>
              </a:defRPr>
            </a:pPr>
            <a:r>
              <a:rPr sz="2175" b="0">
                <a:solidFill>
                  <a:srgbClr val="1A1633"/>
                </a:solidFill>
              </a:rPr>
              <a:t>Progression  /  Musical form</a:t>
            </a:r>
          </a:p>
        </p:txBody>
      </p:sp>
      <p:sp>
        <p:nvSpPr>
          <p:cNvPr id="8" name="">
            <a:extLst xmlns:a="http://schemas.openxmlformats.org/drawingml/2006/main">
              <a:ext uri="{FF2B5EF4-FFF2-40B4-BE49-F238E27FC236}">
                <a16:creationId xmlns:a16="http://schemas.microsoft.com/office/drawing/2014/main" id="{F8E88B79-D36D-4F2E-B05C-8B419E064CFA}"/>
              </a:ext>
            </a:extLst>
          </p:cNvPr>
          <p:cNvSpPr>
            <a:spLocks xmlns:a="http://schemas.openxmlformats.org/drawingml/2006/main" noGrp="1"/>
          </p:cNvSpPr>
          <p:nvPr/>
        </p:nvSpPr>
        <p:spPr>
          <a:xfrm xmlns:a="http://schemas.openxmlformats.org/drawingml/2006/main">
            <a:off x="6477000" y="2381250"/>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6D28E0"/>
                </a:solidFill>
              </a:defRPr>
            </a:defPPr>
          </a:lstStyle>
          <a:p xmlns:a="http://schemas.openxmlformats.org/drawingml/2006/main">
            <a:pPr>
              <a:defRPr sz="3000" b="1">
                <a:solidFill>
                  <a:srgbClr val="6D28E0"/>
                </a:solidFill>
              </a:defRPr>
            </a:pPr>
            <a:r>
              <a:rPr sz="3000" b="1">
                <a:solidFill>
                  <a:srgbClr val="6D28E0"/>
                </a:solidFill>
              </a:rPr>
              <a:t>Media and masters</a:t>
            </a:r>
          </a:p>
        </p:txBody>
      </p:sp>
      <p:sp>
        <p:nvSpPr>
          <p:cNvPr id="9" name="">
            <a:extLst xmlns:a="http://schemas.openxmlformats.org/drawingml/2006/main">
              <a:ext uri="{FF2B5EF4-FFF2-40B4-BE49-F238E27FC236}">
                <a16:creationId xmlns:a16="http://schemas.microsoft.com/office/drawing/2014/main" id="{08F1B900-2248-4AF9-93B0-8BF4A88E0DDC}"/>
              </a:ext>
            </a:extLst>
          </p:cNvPr>
          <p:cNvSpPr>
            <a:spLocks xmlns:a="http://schemas.openxmlformats.org/drawingml/2006/main" noGrp="1"/>
          </p:cNvSpPr>
          <p:nvPr/>
        </p:nvSpPr>
        <p:spPr>
          <a:xfrm xmlns:a="http://schemas.openxmlformats.org/drawingml/2006/main">
            <a:off x="6477000" y="3267075"/>
            <a:ext cx="4857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A1633"/>
                </a:solidFill>
              </a:defRPr>
            </a:defPPr>
          </a:lstStyle>
          <a:p xmlns:a="http://schemas.openxmlformats.org/drawingml/2006/main">
            <a:pPr>
              <a:defRPr sz="2175" b="0">
                <a:solidFill>
                  <a:srgbClr val="1A1633"/>
                </a:solidFill>
              </a:defRPr>
            </a:pPr>
            <a:r>
              <a:rPr sz="2175" b="0">
                <a:solidFill>
                  <a:srgbClr val="1A1633"/>
                </a:solidFill>
              </a:rPr>
              <a:t>Violet ribbon background</a:t>
            </a:r>
          </a:p>
          <a:p xmlns:a="http://schemas.openxmlformats.org/drawingml/2006/main">
            <a:pPr>
              <a:defRPr sz="2175" b="0">
                <a:solidFill>
                  <a:srgbClr val="1A1633"/>
                </a:solidFill>
              </a:defRPr>
            </a:pPr>
            <a:r>
              <a:rPr sz="2175" b="0">
                <a:solidFill>
                  <a:srgbClr val="1A1633"/>
                </a:solidFill>
              </a:rPr>
              <a:t>Original MotifPath mark</a:t>
            </a:r>
          </a:p>
          <a:p xmlns:a="http://schemas.openxmlformats.org/drawingml/2006/main">
            <a:pPr>
              <a:defRPr sz="2175" b="0">
                <a:solidFill>
                  <a:srgbClr val="1A1633"/>
                </a:solidFill>
              </a:defRPr>
            </a:pPr>
            <a:r>
              <a:rPr sz="2175" b="0">
                <a:solidFill>
                  <a:srgbClr val="1A1633"/>
                </a:solidFill>
              </a:rPr>
              <a:t>Light, dark and accent layouts</a:t>
            </a:r>
          </a:p>
        </p:txBody>
      </p:sp>
    </p:spTree>
    <p:extLst>
      <p:ext uri="{BB962C8B-B14F-4D97-AF65-F5344CB8AC3E}">
        <p14:creationId xmlns:p14="http://schemas.microsoft.com/office/powerpoint/2010/main" val="874402010"/>
      </p:ext>
    </p:extLst>
  </p:cSld>
</p:sld>
</file>

<file path=ppt/slides/slide42.xml><?xml version="1.0" encoding="utf-8"?>
<p:sld xmlns:p="http://schemas.openxmlformats.org/presentationml/2006/main">
  <p:cSld>
    <p:bg>
      <p:bgPr>
        <a:solidFill xmlns:a="http://schemas.openxmlformats.org/drawingml/2006/main">
          <a:srgbClr val="6D28E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B19E78-E412-4B01-867C-17E11F05AA4A}"/>
              </a:ext>
            </a:extLst>
          </p:cNvPr>
          <p:cNvSpPr>
            <a:spLocks xmlns:a="http://schemas.openxmlformats.org/drawingml/2006/main" noGrp="1"/>
          </p:cNvSpPr>
          <p:nvPr/>
        </p:nvSpPr>
        <p:spPr>
          <a:xfrm xmlns:a="http://schemas.openxmlformats.org/drawingml/2006/main">
            <a:off x="6096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2" name="">
            <a:extLst xmlns:a="http://schemas.openxmlformats.org/drawingml/2006/main">
              <a:ext uri="{FF2B5EF4-FFF2-40B4-BE49-F238E27FC236}">
                <a16:creationId xmlns:a16="http://schemas.microsoft.com/office/drawing/2014/main" id="{2599AD50-E683-4AFA-B0D0-B7AD96BB5AD0}"/>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42</a:t>
            </a:r>
          </a:p>
        </p:txBody>
      </p:sp>
      <p:sp>
        <p:nvSpPr>
          <p:cNvPr id="3" name="">
            <a:extLst xmlns:a="http://schemas.openxmlformats.org/drawingml/2006/main">
              <a:ext uri="{FF2B5EF4-FFF2-40B4-BE49-F238E27FC236}">
                <a16:creationId xmlns:a16="http://schemas.microsoft.com/office/drawing/2014/main" id="{39518C02-523F-49FD-AAC9-7A9D005E1E7E}"/>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Exemplo de aula</a:t>
            </a:r>
          </a:p>
        </p:txBody>
      </p:sp>
      <p:sp>
        <p:nvSpPr>
          <p:cNvPr id="4" name="">
            <a:extLst xmlns:a="http://schemas.openxmlformats.org/drawingml/2006/main">
              <a:ext uri="{FF2B5EF4-FFF2-40B4-BE49-F238E27FC236}">
                <a16:creationId xmlns:a16="http://schemas.microsoft.com/office/drawing/2014/main" id="{6EF0E7C6-4BE9-4FD0-9177-D89A2318B39E}"/>
              </a:ext>
            </a:extLst>
          </p:cNvPr>
          <p:cNvSpPr>
            <a:spLocks xmlns:a="http://schemas.openxmlformats.org/drawingml/2006/main" noGrp="1"/>
          </p:cNvSpPr>
          <p:nvPr/>
        </p:nvSpPr>
        <p:spPr>
          <a:xfrm xmlns:a="http://schemas.openxmlformats.org/drawingml/2006/main">
            <a:off x="609600" y="238125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FFFFFF"/>
                </a:solidFill>
              </a:defRPr>
            </a:defPPr>
          </a:lstStyle>
          <a:p xmlns:a="http://schemas.openxmlformats.org/drawingml/2006/main">
            <a:pPr>
              <a:defRPr sz="6000" b="1">
                <a:solidFill>
                  <a:srgbClr val="FFFFFF"/>
                </a:solidFill>
              </a:defRPr>
            </a:pPr>
            <a:r>
              <a:rPr sz="6000" b="1">
                <a:solidFill>
                  <a:srgbClr val="FFFFFF"/>
                </a:solidFill>
              </a:rPr>
              <a:t>Palhetada</a:t>
            </a:r>
          </a:p>
          <a:p xmlns:a="http://schemas.openxmlformats.org/drawingml/2006/main">
            <a:pPr>
              <a:defRPr sz="6000" b="1">
                <a:solidFill>
                  <a:srgbClr val="FFFFFF"/>
                </a:solidFill>
              </a:defRPr>
            </a:pPr>
            <a:r>
              <a:rPr sz="6000" b="1">
                <a:solidFill>
                  <a:srgbClr val="FFFFFF"/>
                </a:solidFill>
              </a:rPr>
              <a:t>alternada</a:t>
            </a:r>
          </a:p>
        </p:txBody>
      </p:sp>
      <p:sp>
        <p:nvSpPr>
          <p:cNvPr id="5" name="">
            <a:extLst xmlns:a="http://schemas.openxmlformats.org/drawingml/2006/main">
              <a:ext uri="{FF2B5EF4-FFF2-40B4-BE49-F238E27FC236}">
                <a16:creationId xmlns:a16="http://schemas.microsoft.com/office/drawing/2014/main" id="{12300624-C186-44B4-AC15-F69CD0ABFC43}"/>
              </a:ext>
            </a:extLst>
          </p:cNvPr>
          <p:cNvSpPr>
            <a:spLocks xmlns:a="http://schemas.openxmlformats.org/drawingml/2006/main" noGrp="1"/>
          </p:cNvSpPr>
          <p:nvPr/>
        </p:nvSpPr>
        <p:spPr>
          <a:xfrm xmlns:a="http://schemas.openxmlformats.org/drawingml/2006/main">
            <a:off x="647700" y="5000625"/>
            <a:ext cx="1019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FFFFF"/>
                </a:solidFill>
              </a:defRPr>
            </a:defPPr>
          </a:lstStyle>
          <a:p xmlns:a="http://schemas.openxmlformats.org/drawingml/2006/main">
            <a:pPr>
              <a:defRPr sz="2325" b="0">
                <a:solidFill>
                  <a:srgbClr val="FFFFFF"/>
                </a:solidFill>
              </a:defRPr>
            </a:pPr>
            <a:r>
              <a:rPr sz="2325" b="0">
                <a:solidFill>
                  <a:srgbClr val="FFFFFF"/>
                </a:solidFill>
              </a:rPr>
              <a:t>Uma frase curta com movimentos para baixo e para cima</a:t>
            </a:r>
          </a:p>
        </p:txBody>
      </p:sp>
    </p:spTree>
    <p:extLst>
      <p:ext uri="{BB962C8B-B14F-4D97-AF65-F5344CB8AC3E}">
        <p14:creationId xmlns:p14="http://schemas.microsoft.com/office/powerpoint/2010/main" val="186816092"/>
      </p:ext>
    </p:extLst>
  </p:cSld>
</p:sld>
</file>

<file path=ppt/slides/slide43.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67A6196-235F-41B1-97F6-0BDCFEF6DEA4}"/>
              </a:ext>
            </a:extLst>
          </p:cNvPr>
          <p:cNvPicPr>
            <a:picLocks xmlns:a="http://schemas.openxmlformats.org/drawingml/2006/main" noChangeAspect="1"/>
          </p:cNvPicPr>
          <p:nvPr/>
        </p:nvPicPr>
        <p:blipFill>
          <a:blip xmlns:r="http://schemas.openxmlformats.org/officeDocument/2006/relationships" xmlns:a="http://schemas.openxmlformats.org/drawingml/2006/main" r:embed="R62fc09a05e334742"/>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3932D5-DE8C-4AD9-8C15-27FAF127AEFD}"/>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CFC11135-8C31-4ABD-AC88-7BA6B703AE8B}"/>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43</a:t>
            </a:r>
          </a:p>
        </p:txBody>
      </p:sp>
      <p:sp>
        <p:nvSpPr>
          <p:cNvPr id="4" name="">
            <a:extLst xmlns:a="http://schemas.openxmlformats.org/drawingml/2006/main">
              <a:ext uri="{FF2B5EF4-FFF2-40B4-BE49-F238E27FC236}">
                <a16:creationId xmlns:a16="http://schemas.microsoft.com/office/drawing/2014/main" id="{5075FC42-5020-4EDB-86EC-BF56DFECDB13}"/>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Uma corda, dois movimentos</a:t>
            </a:r>
          </a:p>
        </p:txBody>
      </p:sp>
      <p:sp>
        <p:nvSpPr>
          <p:cNvPr id="5" name="">
            <a:extLst xmlns:a="http://schemas.openxmlformats.org/drawingml/2006/main">
              <a:ext uri="{FF2B5EF4-FFF2-40B4-BE49-F238E27FC236}">
                <a16:creationId xmlns:a16="http://schemas.microsoft.com/office/drawing/2014/main" id="{D35ECC4B-3F8A-40CA-A0A6-15E904057AB2}"/>
              </a:ext>
            </a:extLst>
          </p:cNvPr>
          <p:cNvSpPr>
            <a:spLocks xmlns:a="http://schemas.openxmlformats.org/drawingml/2006/main" noGrp="1"/>
          </p:cNvSpPr>
          <p:nvPr/>
        </p:nvSpPr>
        <p:spPr>
          <a:xfrm xmlns:a="http://schemas.openxmlformats.org/drawingml/2006/main">
            <a:off x="609600" y="236220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6D28E0"/>
                </a:solidFill>
              </a:defRPr>
            </a:defPPr>
          </a:lstStyle>
          <a:p xmlns:a="http://schemas.openxmlformats.org/drawingml/2006/main">
            <a:pPr>
              <a:defRPr sz="4350" b="1">
                <a:solidFill>
                  <a:srgbClr val="6D28E0"/>
                </a:solidFill>
              </a:defRPr>
            </a:pPr>
            <a:r>
              <a:rPr sz="4350" b="1">
                <a:solidFill>
                  <a:srgbClr val="6D28E0"/>
                </a:solidFill>
              </a:rPr>
              <a:t>Aproveite a ida</a:t>
            </a:r>
          </a:p>
          <a:p xmlns:a="http://schemas.openxmlformats.org/drawingml/2006/main">
            <a:pPr>
              <a:defRPr sz="4350" b="1">
                <a:solidFill>
                  <a:srgbClr val="6D28E0"/>
                </a:solidFill>
              </a:defRPr>
            </a:pPr>
            <a:r>
              <a:rPr sz="4350" b="1">
                <a:solidFill>
                  <a:srgbClr val="6D28E0"/>
                </a:solidFill>
              </a:rPr>
              <a:t>e a volta da palheta</a:t>
            </a:r>
          </a:p>
        </p:txBody>
      </p:sp>
      <p:sp>
        <p:nvSpPr>
          <p:cNvPr id="6" name="">
            <a:extLst xmlns:a="http://schemas.openxmlformats.org/drawingml/2006/main">
              <a:ext uri="{FF2B5EF4-FFF2-40B4-BE49-F238E27FC236}">
                <a16:creationId xmlns:a16="http://schemas.microsoft.com/office/drawing/2014/main" id="{027195BF-21BE-4946-BA1F-B19B2363A431}"/>
              </a:ext>
            </a:extLst>
          </p:cNvPr>
          <p:cNvSpPr>
            <a:spLocks xmlns:a="http://schemas.openxmlformats.org/drawingml/2006/main" noGrp="1"/>
          </p:cNvSpPr>
          <p:nvPr/>
        </p:nvSpPr>
        <p:spPr>
          <a:xfrm xmlns:a="http://schemas.openxmlformats.org/drawingml/2006/main">
            <a:off x="647700" y="447675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A1633"/>
                </a:solidFill>
              </a:defRPr>
            </a:defPPr>
          </a:lstStyle>
          <a:p xmlns:a="http://schemas.openxmlformats.org/drawingml/2006/main">
            <a:pPr>
              <a:defRPr sz="2250" b="0">
                <a:solidFill>
                  <a:srgbClr val="1A1633"/>
                </a:solidFill>
              </a:defRPr>
            </a:pPr>
            <a:r>
              <a:rPr sz="2250" b="0">
                <a:solidFill>
                  <a:srgbClr val="1A1633"/>
                </a:solidFill>
              </a:rPr>
              <a:t>Escolha uma corda solta. Toque para baixo e depois para cima, usando movimentos pequenos.</a:t>
            </a:r>
          </a:p>
        </p:txBody>
      </p:sp>
      <p:pic>
        <p:nvPicPr>
          <p:cNvPr id="7" name="">
            <a:extLst xmlns:a="http://schemas.openxmlformats.org/drawingml/2006/main">
              <a:ext uri="{FF2B5EF4-FFF2-40B4-BE49-F238E27FC236}">
                <a16:creationId xmlns:a16="http://schemas.microsoft.com/office/drawing/2014/main" id="{6715E49C-31C4-4D65-989D-97AD6CAC6E9C}"/>
              </a:ext>
            </a:extLst>
          </p:cNvPr>
          <p:cNvPicPr>
            <a:picLocks xmlns:a="http://schemas.openxmlformats.org/drawingml/2006/main" noChangeAspect="1"/>
          </p:cNvPicPr>
          <p:nvPr/>
        </p:nvPicPr>
        <p:blipFill>
          <a:blip xmlns:r="http://schemas.openxmlformats.org/officeDocument/2006/relationships" xmlns:a="http://schemas.openxmlformats.org/drawingml/2006/main" r:embed="R904860ee42d84e3a"/>
          <a:stretch xmlns:a="http://schemas.openxmlformats.org/drawingml/2006/main"/>
        </p:blipFill>
        <p:spPr>
          <a:xfrm xmlns:a="http://schemas.openxmlformats.org/drawingml/2006/main">
            <a:off x="6578600" y="2286000"/>
            <a:ext cx="4673600" cy="3505200"/>
          </a:xfrm>
          <a:prstGeom xmlns:a="http://schemas.openxmlformats.org/drawingml/2006/main" prst="rect">
            <a:avLst/>
          </a:prstGeom>
        </p:spPr>
      </p:pic>
    </p:spTree>
    <p:extLst>
      <p:ext uri="{BB962C8B-B14F-4D97-AF65-F5344CB8AC3E}">
        <p14:creationId xmlns:p14="http://schemas.microsoft.com/office/powerpoint/2010/main" val="699490348"/>
      </p:ext>
    </p:extLst>
  </p:cSld>
</p:sld>
</file>

<file path=ppt/slides/slide44.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A4237C54-75BD-4494-A6C6-D344F3335AA2}"/>
              </a:ext>
            </a:extLst>
          </p:cNvPr>
          <p:cNvPicPr>
            <a:picLocks xmlns:a="http://schemas.openxmlformats.org/drawingml/2006/main" noChangeAspect="1"/>
          </p:cNvPicPr>
          <p:nvPr/>
        </p:nvPicPr>
        <p:blipFill>
          <a:blip xmlns:r="http://schemas.openxmlformats.org/officeDocument/2006/relationships" xmlns:a="http://schemas.openxmlformats.org/drawingml/2006/main" r:embed="Rf11b50e085e849ad"/>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4008E6-929B-4EA1-96C8-AE5B61ED6DFD}"/>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F21307F0-4B97-438E-B9CF-33581D450EF5}"/>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44</a:t>
            </a:r>
          </a:p>
        </p:txBody>
      </p:sp>
      <p:sp>
        <p:nvSpPr>
          <p:cNvPr id="4" name="">
            <a:extLst xmlns:a="http://schemas.openxmlformats.org/drawingml/2006/main">
              <a:ext uri="{FF2B5EF4-FFF2-40B4-BE49-F238E27FC236}">
                <a16:creationId xmlns:a16="http://schemas.microsoft.com/office/drawing/2014/main" id="{B55F3F85-E043-4261-8A44-D369770BAD4B}"/>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Baixo no número, cima no “e”</a:t>
            </a:r>
          </a:p>
        </p:txBody>
      </p:sp>
      <p:sp>
        <p:nvSpPr>
          <p:cNvPr id="5" name="">
            <a:extLst xmlns:a="http://schemas.openxmlformats.org/drawingml/2006/main">
              <a:ext uri="{FF2B5EF4-FFF2-40B4-BE49-F238E27FC236}">
                <a16:creationId xmlns:a16="http://schemas.microsoft.com/office/drawing/2014/main" id="{04662C83-A515-4538-89B4-9E88DE2F3E56}"/>
              </a:ext>
            </a:extLst>
          </p:cNvPr>
          <p:cNvSpPr>
            <a:spLocks xmlns:a="http://schemas.openxmlformats.org/drawingml/2006/main" noGrp="1"/>
          </p:cNvSpPr>
          <p:nvPr/>
        </p:nvSpPr>
        <p:spPr>
          <a:xfrm xmlns:a="http://schemas.openxmlformats.org/drawingml/2006/main">
            <a:off x="857250" y="2524125"/>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1</a:t>
            </a:r>
          </a:p>
        </p:txBody>
      </p:sp>
      <p:sp>
        <p:nvSpPr>
          <p:cNvPr id="6" name="">
            <a:extLst xmlns:a="http://schemas.openxmlformats.org/drawingml/2006/main">
              <a:ext uri="{FF2B5EF4-FFF2-40B4-BE49-F238E27FC236}">
                <a16:creationId xmlns:a16="http://schemas.microsoft.com/office/drawing/2014/main" id="{9A6158CF-22B1-4DD6-8531-7A92F58639FD}"/>
              </a:ext>
            </a:extLst>
          </p:cNvPr>
          <p:cNvSpPr>
            <a:spLocks xmlns:a="http://schemas.openxmlformats.org/drawingml/2006/main" noGrp="1"/>
          </p:cNvSpPr>
          <p:nvPr/>
        </p:nvSpPr>
        <p:spPr>
          <a:xfrm xmlns:a="http://schemas.openxmlformats.org/drawingml/2006/main">
            <a:off x="1009650" y="3248025"/>
            <a:ext cx="0" cy="723900"/>
          </a:xfrm>
          <a:prstGeom xmlns:a="http://schemas.openxmlformats.org/drawingml/2006/main" prst="line">
            <a:avLst/>
          </a:prstGeom>
          <a:noFill xmlns:a="http://schemas.openxmlformats.org/drawingml/2006/main"/>
          <a:ln xmlns:a="http://schemas.openxmlformats.org/drawingml/2006/main" w="47625">
            <a:solidFill>
              <a:srgbClr val="6D28E0"/>
            </a:solidFill>
          </a:ln>
        </p:spPr>
      </p:sp>
      <p:sp>
        <p:nvSpPr>
          <p:cNvPr id="7" name="">
            <a:extLst xmlns:a="http://schemas.openxmlformats.org/drawingml/2006/main">
              <a:ext uri="{FF2B5EF4-FFF2-40B4-BE49-F238E27FC236}">
                <a16:creationId xmlns:a16="http://schemas.microsoft.com/office/drawing/2014/main" id="{BF6915D5-C582-4180-AB7D-423A63DECA27}"/>
              </a:ext>
            </a:extLst>
          </p:cNvPr>
          <p:cNvSpPr>
            <a:spLocks xmlns:a="http://schemas.openxmlformats.org/drawingml/2006/main" noGrp="1"/>
          </p:cNvSpPr>
          <p:nvPr/>
        </p:nvSpPr>
        <p:spPr>
          <a:xfrm xmlns:a="http://schemas.openxmlformats.org/drawingml/2006/main">
            <a:off x="2119313" y="2524125"/>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&amp;</a:t>
            </a:r>
          </a:p>
        </p:txBody>
      </p:sp>
      <p:sp>
        <p:nvSpPr>
          <p:cNvPr id="8" name="">
            <a:extLst xmlns:a="http://schemas.openxmlformats.org/drawingml/2006/main">
              <a:ext uri="{FF2B5EF4-FFF2-40B4-BE49-F238E27FC236}">
                <a16:creationId xmlns:a16="http://schemas.microsoft.com/office/drawing/2014/main" id="{33CCFBE8-DF5B-49E2-8241-5625DE6AA836}"/>
              </a:ext>
            </a:extLst>
          </p:cNvPr>
          <p:cNvSpPr>
            <a:spLocks xmlns:a="http://schemas.openxmlformats.org/drawingml/2006/main" noGrp="1"/>
          </p:cNvSpPr>
          <p:nvPr/>
        </p:nvSpPr>
        <p:spPr>
          <a:xfrm xmlns:a="http://schemas.openxmlformats.org/drawingml/2006/main">
            <a:off x="2271713" y="3248025"/>
            <a:ext cx="0" cy="438150"/>
          </a:xfrm>
          <a:prstGeom xmlns:a="http://schemas.openxmlformats.org/drawingml/2006/main" prst="line">
            <a:avLst/>
          </a:prstGeom>
          <a:noFill xmlns:a="http://schemas.openxmlformats.org/drawingml/2006/main"/>
          <a:ln xmlns:a="http://schemas.openxmlformats.org/drawingml/2006/main" w="47625">
            <a:solidFill>
              <a:srgbClr val="5B5470"/>
            </a:solidFill>
          </a:ln>
        </p:spPr>
      </p:sp>
      <p:sp>
        <p:nvSpPr>
          <p:cNvPr id="9" name="">
            <a:extLst xmlns:a="http://schemas.openxmlformats.org/drawingml/2006/main">
              <a:ext uri="{FF2B5EF4-FFF2-40B4-BE49-F238E27FC236}">
                <a16:creationId xmlns:a16="http://schemas.microsoft.com/office/drawing/2014/main" id="{CBFC9F1D-CBF2-4EFC-84C9-3BEC8FC29A90}"/>
              </a:ext>
            </a:extLst>
          </p:cNvPr>
          <p:cNvSpPr>
            <a:spLocks xmlns:a="http://schemas.openxmlformats.org/drawingml/2006/main" noGrp="1"/>
          </p:cNvSpPr>
          <p:nvPr/>
        </p:nvSpPr>
        <p:spPr>
          <a:xfrm xmlns:a="http://schemas.openxmlformats.org/drawingml/2006/main">
            <a:off x="3381375" y="2524125"/>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2</a:t>
            </a:r>
          </a:p>
        </p:txBody>
      </p:sp>
      <p:sp>
        <p:nvSpPr>
          <p:cNvPr id="10" name="">
            <a:extLst xmlns:a="http://schemas.openxmlformats.org/drawingml/2006/main">
              <a:ext uri="{FF2B5EF4-FFF2-40B4-BE49-F238E27FC236}">
                <a16:creationId xmlns:a16="http://schemas.microsoft.com/office/drawing/2014/main" id="{DB612FAD-3358-4C56-B9E0-7EB6B302BD09}"/>
              </a:ext>
            </a:extLst>
          </p:cNvPr>
          <p:cNvSpPr>
            <a:spLocks xmlns:a="http://schemas.openxmlformats.org/drawingml/2006/main" noGrp="1"/>
          </p:cNvSpPr>
          <p:nvPr/>
        </p:nvSpPr>
        <p:spPr>
          <a:xfrm xmlns:a="http://schemas.openxmlformats.org/drawingml/2006/main">
            <a:off x="3533775" y="3248025"/>
            <a:ext cx="0" cy="723900"/>
          </a:xfrm>
          <a:prstGeom xmlns:a="http://schemas.openxmlformats.org/drawingml/2006/main" prst="line">
            <a:avLst/>
          </a:prstGeom>
          <a:noFill xmlns:a="http://schemas.openxmlformats.org/drawingml/2006/main"/>
          <a:ln xmlns:a="http://schemas.openxmlformats.org/drawingml/2006/main" w="47625">
            <a:solidFill>
              <a:srgbClr val="6D28E0"/>
            </a:solidFill>
          </a:ln>
        </p:spPr>
      </p:sp>
      <p:sp>
        <p:nvSpPr>
          <p:cNvPr id="11" name="">
            <a:extLst xmlns:a="http://schemas.openxmlformats.org/drawingml/2006/main">
              <a:ext uri="{FF2B5EF4-FFF2-40B4-BE49-F238E27FC236}">
                <a16:creationId xmlns:a16="http://schemas.microsoft.com/office/drawing/2014/main" id="{BBA71B8A-E194-4693-ADF7-FB67E818143C}"/>
              </a:ext>
            </a:extLst>
          </p:cNvPr>
          <p:cNvSpPr>
            <a:spLocks xmlns:a="http://schemas.openxmlformats.org/drawingml/2006/main" noGrp="1"/>
          </p:cNvSpPr>
          <p:nvPr/>
        </p:nvSpPr>
        <p:spPr>
          <a:xfrm xmlns:a="http://schemas.openxmlformats.org/drawingml/2006/main">
            <a:off x="4643438" y="2524125"/>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&amp;</a:t>
            </a:r>
          </a:p>
        </p:txBody>
      </p:sp>
      <p:sp>
        <p:nvSpPr>
          <p:cNvPr id="12" name="">
            <a:extLst xmlns:a="http://schemas.openxmlformats.org/drawingml/2006/main">
              <a:ext uri="{FF2B5EF4-FFF2-40B4-BE49-F238E27FC236}">
                <a16:creationId xmlns:a16="http://schemas.microsoft.com/office/drawing/2014/main" id="{85A5E391-27A5-4CCC-ADC9-AB099CE3811F}"/>
              </a:ext>
            </a:extLst>
          </p:cNvPr>
          <p:cNvSpPr>
            <a:spLocks xmlns:a="http://schemas.openxmlformats.org/drawingml/2006/main" noGrp="1"/>
          </p:cNvSpPr>
          <p:nvPr/>
        </p:nvSpPr>
        <p:spPr>
          <a:xfrm xmlns:a="http://schemas.openxmlformats.org/drawingml/2006/main">
            <a:off x="4795838" y="3248025"/>
            <a:ext cx="0" cy="438150"/>
          </a:xfrm>
          <a:prstGeom xmlns:a="http://schemas.openxmlformats.org/drawingml/2006/main" prst="line">
            <a:avLst/>
          </a:prstGeom>
          <a:noFill xmlns:a="http://schemas.openxmlformats.org/drawingml/2006/main"/>
          <a:ln xmlns:a="http://schemas.openxmlformats.org/drawingml/2006/main" w="47625">
            <a:solidFill>
              <a:srgbClr val="5B5470"/>
            </a:solidFill>
          </a:ln>
        </p:spPr>
      </p:sp>
      <p:sp>
        <p:nvSpPr>
          <p:cNvPr id="13" name="">
            <a:extLst xmlns:a="http://schemas.openxmlformats.org/drawingml/2006/main">
              <a:ext uri="{FF2B5EF4-FFF2-40B4-BE49-F238E27FC236}">
                <a16:creationId xmlns:a16="http://schemas.microsoft.com/office/drawing/2014/main" id="{BFBE1D16-2B7F-4C3C-9FDD-5DDAB886FA90}"/>
              </a:ext>
            </a:extLst>
          </p:cNvPr>
          <p:cNvSpPr>
            <a:spLocks xmlns:a="http://schemas.openxmlformats.org/drawingml/2006/main" noGrp="1"/>
          </p:cNvSpPr>
          <p:nvPr/>
        </p:nvSpPr>
        <p:spPr>
          <a:xfrm xmlns:a="http://schemas.openxmlformats.org/drawingml/2006/main">
            <a:off x="5905500" y="2524125"/>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3</a:t>
            </a:r>
          </a:p>
        </p:txBody>
      </p:sp>
      <p:sp>
        <p:nvSpPr>
          <p:cNvPr id="14" name="">
            <a:extLst xmlns:a="http://schemas.openxmlformats.org/drawingml/2006/main">
              <a:ext uri="{FF2B5EF4-FFF2-40B4-BE49-F238E27FC236}">
                <a16:creationId xmlns:a16="http://schemas.microsoft.com/office/drawing/2014/main" id="{7B27829B-9D9F-4631-8532-A03438F1D293}"/>
              </a:ext>
            </a:extLst>
          </p:cNvPr>
          <p:cNvSpPr>
            <a:spLocks xmlns:a="http://schemas.openxmlformats.org/drawingml/2006/main" noGrp="1"/>
          </p:cNvSpPr>
          <p:nvPr/>
        </p:nvSpPr>
        <p:spPr>
          <a:xfrm xmlns:a="http://schemas.openxmlformats.org/drawingml/2006/main">
            <a:off x="6057900" y="3248025"/>
            <a:ext cx="0" cy="723900"/>
          </a:xfrm>
          <a:prstGeom xmlns:a="http://schemas.openxmlformats.org/drawingml/2006/main" prst="line">
            <a:avLst/>
          </a:prstGeom>
          <a:noFill xmlns:a="http://schemas.openxmlformats.org/drawingml/2006/main"/>
          <a:ln xmlns:a="http://schemas.openxmlformats.org/drawingml/2006/main" w="47625">
            <a:solidFill>
              <a:srgbClr val="6D28E0"/>
            </a:solidFill>
          </a:ln>
        </p:spPr>
      </p:sp>
      <p:sp>
        <p:nvSpPr>
          <p:cNvPr id="15" name="">
            <a:extLst xmlns:a="http://schemas.openxmlformats.org/drawingml/2006/main">
              <a:ext uri="{FF2B5EF4-FFF2-40B4-BE49-F238E27FC236}">
                <a16:creationId xmlns:a16="http://schemas.microsoft.com/office/drawing/2014/main" id="{C3323FF5-065B-4801-A448-3C1519DDE144}"/>
              </a:ext>
            </a:extLst>
          </p:cNvPr>
          <p:cNvSpPr>
            <a:spLocks xmlns:a="http://schemas.openxmlformats.org/drawingml/2006/main" noGrp="1"/>
          </p:cNvSpPr>
          <p:nvPr/>
        </p:nvSpPr>
        <p:spPr>
          <a:xfrm xmlns:a="http://schemas.openxmlformats.org/drawingml/2006/main">
            <a:off x="7167563" y="2524125"/>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&amp;</a:t>
            </a:r>
          </a:p>
        </p:txBody>
      </p:sp>
      <p:sp>
        <p:nvSpPr>
          <p:cNvPr id="16" name="">
            <a:extLst xmlns:a="http://schemas.openxmlformats.org/drawingml/2006/main">
              <a:ext uri="{FF2B5EF4-FFF2-40B4-BE49-F238E27FC236}">
                <a16:creationId xmlns:a16="http://schemas.microsoft.com/office/drawing/2014/main" id="{337E6A7F-343C-4F98-8A7C-1F9501AD4265}"/>
              </a:ext>
            </a:extLst>
          </p:cNvPr>
          <p:cNvSpPr>
            <a:spLocks xmlns:a="http://schemas.openxmlformats.org/drawingml/2006/main" noGrp="1"/>
          </p:cNvSpPr>
          <p:nvPr/>
        </p:nvSpPr>
        <p:spPr>
          <a:xfrm xmlns:a="http://schemas.openxmlformats.org/drawingml/2006/main">
            <a:off x="7319963" y="3248025"/>
            <a:ext cx="0" cy="438150"/>
          </a:xfrm>
          <a:prstGeom xmlns:a="http://schemas.openxmlformats.org/drawingml/2006/main" prst="line">
            <a:avLst/>
          </a:prstGeom>
          <a:noFill xmlns:a="http://schemas.openxmlformats.org/drawingml/2006/main"/>
          <a:ln xmlns:a="http://schemas.openxmlformats.org/drawingml/2006/main" w="47625">
            <a:solidFill>
              <a:srgbClr val="5B5470"/>
            </a:solidFill>
          </a:ln>
        </p:spPr>
      </p:sp>
      <p:sp>
        <p:nvSpPr>
          <p:cNvPr id="17" name="">
            <a:extLst xmlns:a="http://schemas.openxmlformats.org/drawingml/2006/main">
              <a:ext uri="{FF2B5EF4-FFF2-40B4-BE49-F238E27FC236}">
                <a16:creationId xmlns:a16="http://schemas.microsoft.com/office/drawing/2014/main" id="{CFE5EB05-5F1C-4FA0-8C88-351DC445EEF3}"/>
              </a:ext>
            </a:extLst>
          </p:cNvPr>
          <p:cNvSpPr>
            <a:spLocks xmlns:a="http://schemas.openxmlformats.org/drawingml/2006/main" noGrp="1"/>
          </p:cNvSpPr>
          <p:nvPr/>
        </p:nvSpPr>
        <p:spPr>
          <a:xfrm xmlns:a="http://schemas.openxmlformats.org/drawingml/2006/main">
            <a:off x="8429625" y="2524125"/>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4</a:t>
            </a:r>
          </a:p>
        </p:txBody>
      </p:sp>
      <p:sp>
        <p:nvSpPr>
          <p:cNvPr id="18" name="">
            <a:extLst xmlns:a="http://schemas.openxmlformats.org/drawingml/2006/main">
              <a:ext uri="{FF2B5EF4-FFF2-40B4-BE49-F238E27FC236}">
                <a16:creationId xmlns:a16="http://schemas.microsoft.com/office/drawing/2014/main" id="{CE22F4D8-EA8E-4E30-BA29-A3F89355F518}"/>
              </a:ext>
            </a:extLst>
          </p:cNvPr>
          <p:cNvSpPr>
            <a:spLocks xmlns:a="http://schemas.openxmlformats.org/drawingml/2006/main" noGrp="1"/>
          </p:cNvSpPr>
          <p:nvPr/>
        </p:nvSpPr>
        <p:spPr>
          <a:xfrm xmlns:a="http://schemas.openxmlformats.org/drawingml/2006/main">
            <a:off x="8582025" y="3248025"/>
            <a:ext cx="0" cy="723900"/>
          </a:xfrm>
          <a:prstGeom xmlns:a="http://schemas.openxmlformats.org/drawingml/2006/main" prst="line">
            <a:avLst/>
          </a:prstGeom>
          <a:noFill xmlns:a="http://schemas.openxmlformats.org/drawingml/2006/main"/>
          <a:ln xmlns:a="http://schemas.openxmlformats.org/drawingml/2006/main" w="47625">
            <a:solidFill>
              <a:srgbClr val="6D28E0"/>
            </a:solidFill>
          </a:ln>
        </p:spPr>
      </p:sp>
      <p:sp>
        <p:nvSpPr>
          <p:cNvPr id="19" name="">
            <a:extLst xmlns:a="http://schemas.openxmlformats.org/drawingml/2006/main">
              <a:ext uri="{FF2B5EF4-FFF2-40B4-BE49-F238E27FC236}">
                <a16:creationId xmlns:a16="http://schemas.microsoft.com/office/drawing/2014/main" id="{612F0EFA-50C2-4928-86E2-0F0DA996F8A2}"/>
              </a:ext>
            </a:extLst>
          </p:cNvPr>
          <p:cNvSpPr>
            <a:spLocks xmlns:a="http://schemas.openxmlformats.org/drawingml/2006/main" noGrp="1"/>
          </p:cNvSpPr>
          <p:nvPr/>
        </p:nvSpPr>
        <p:spPr>
          <a:xfrm xmlns:a="http://schemas.openxmlformats.org/drawingml/2006/main">
            <a:off x="9691688" y="2524125"/>
            <a:ext cx="1262063"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A1633"/>
                </a:solidFill>
              </a:defRPr>
            </a:defPPr>
          </a:lstStyle>
          <a:p xmlns:a="http://schemas.openxmlformats.org/drawingml/2006/main">
            <a:pPr>
              <a:defRPr sz="2850" b="1">
                <a:solidFill>
                  <a:srgbClr val="1A1633"/>
                </a:solidFill>
              </a:defRPr>
            </a:pPr>
            <a:r>
              <a:rPr sz="2850" b="1">
                <a:solidFill>
                  <a:srgbClr val="1A1633"/>
                </a:solidFill>
              </a:rPr>
              <a:t>&amp;</a:t>
            </a:r>
          </a:p>
        </p:txBody>
      </p:sp>
      <p:sp>
        <p:nvSpPr>
          <p:cNvPr id="20" name="">
            <a:extLst xmlns:a="http://schemas.openxmlformats.org/drawingml/2006/main">
              <a:ext uri="{FF2B5EF4-FFF2-40B4-BE49-F238E27FC236}">
                <a16:creationId xmlns:a16="http://schemas.microsoft.com/office/drawing/2014/main" id="{38E048B2-992D-4192-9F8B-E3D956DB35BD}"/>
              </a:ext>
            </a:extLst>
          </p:cNvPr>
          <p:cNvSpPr>
            <a:spLocks xmlns:a="http://schemas.openxmlformats.org/drawingml/2006/main" noGrp="1"/>
          </p:cNvSpPr>
          <p:nvPr/>
        </p:nvSpPr>
        <p:spPr>
          <a:xfrm xmlns:a="http://schemas.openxmlformats.org/drawingml/2006/main">
            <a:off x="9844088" y="3248025"/>
            <a:ext cx="0" cy="438150"/>
          </a:xfrm>
          <a:prstGeom xmlns:a="http://schemas.openxmlformats.org/drawingml/2006/main" prst="line">
            <a:avLst/>
          </a:prstGeom>
          <a:noFill xmlns:a="http://schemas.openxmlformats.org/drawingml/2006/main"/>
          <a:ln xmlns:a="http://schemas.openxmlformats.org/drawingml/2006/main" w="47625">
            <a:solidFill>
              <a:srgbClr val="5B5470"/>
            </a:solidFill>
          </a:ln>
        </p:spPr>
      </p:sp>
      <p:sp>
        <p:nvSpPr>
          <p:cNvPr id="21" name="">
            <a:extLst xmlns:a="http://schemas.openxmlformats.org/drawingml/2006/main">
              <a:ext uri="{FF2B5EF4-FFF2-40B4-BE49-F238E27FC236}">
                <a16:creationId xmlns:a16="http://schemas.microsoft.com/office/drawing/2014/main" id="{7E6D0B0A-EDAB-4B5E-9971-22CE0EDA74AD}"/>
              </a:ext>
            </a:extLst>
          </p:cNvPr>
          <p:cNvSpPr>
            <a:spLocks xmlns:a="http://schemas.openxmlformats.org/drawingml/2006/main" noGrp="1"/>
          </p:cNvSpPr>
          <p:nvPr/>
        </p:nvSpPr>
        <p:spPr>
          <a:xfrm xmlns:a="http://schemas.openxmlformats.org/drawingml/2006/main">
            <a:off x="647700" y="5048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6D28E0"/>
                </a:solidFill>
              </a:defRPr>
            </a:defPPr>
          </a:lstStyle>
          <a:p xmlns:a="http://schemas.openxmlformats.org/drawingml/2006/main">
            <a:pPr>
              <a:defRPr sz="2400" b="0">
                <a:solidFill>
                  <a:srgbClr val="6D28E0"/>
                </a:solidFill>
              </a:defRPr>
            </a:pPr>
            <a:r>
              <a:rPr sz="2400" b="0">
                <a:solidFill>
                  <a:srgbClr val="6D28E0"/>
                </a:solidFill>
              </a:rPr>
              <a:t>Conte devagar: 1 e 2 e 3 e 4 e.</a:t>
            </a:r>
          </a:p>
          <a:p xmlns:a="http://schemas.openxmlformats.org/drawingml/2006/main">
            <a:pPr>
              <a:defRPr sz="2400" b="0">
                <a:solidFill>
                  <a:srgbClr val="6D28E0"/>
                </a:solidFill>
              </a:defRPr>
            </a:pPr>
            <a:r>
              <a:rPr sz="2400" b="0">
                <a:solidFill>
                  <a:srgbClr val="6D28E0"/>
                </a:solidFill>
              </a:rPr>
              <a:t>Toque uma nota em cada número e em cada “e”.</a:t>
            </a:r>
          </a:p>
        </p:txBody>
      </p:sp>
    </p:spTree>
    <p:extLst>
      <p:ext uri="{BB962C8B-B14F-4D97-AF65-F5344CB8AC3E}">
        <p14:creationId xmlns:p14="http://schemas.microsoft.com/office/powerpoint/2010/main" val="78030412"/>
      </p:ext>
    </p:extLst>
  </p:cSld>
</p:sld>
</file>

<file path=ppt/slides/slide45.xml><?xml version="1.0" encoding="utf-8"?>
<p:sld xmlns:p="http://schemas.openxmlformats.org/presentationml/2006/main">
  <p:cSld>
    <p:bg>
      <p:bgPr>
        <a:solidFill xmlns:a="http://schemas.openxmlformats.org/drawingml/2006/main">
          <a:srgbClr val="6D28E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9F928A-26BB-43EB-A2AF-0FC703C0E691}"/>
              </a:ext>
            </a:extLst>
          </p:cNvPr>
          <p:cNvSpPr>
            <a:spLocks xmlns:a="http://schemas.openxmlformats.org/drawingml/2006/main" noGrp="1"/>
          </p:cNvSpPr>
          <p:nvPr/>
        </p:nvSpPr>
        <p:spPr>
          <a:xfrm xmlns:a="http://schemas.openxmlformats.org/drawingml/2006/main">
            <a:off x="6096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2" name="">
            <a:extLst xmlns:a="http://schemas.openxmlformats.org/drawingml/2006/main">
              <a:ext uri="{FF2B5EF4-FFF2-40B4-BE49-F238E27FC236}">
                <a16:creationId xmlns:a16="http://schemas.microsoft.com/office/drawing/2014/main" id="{01BD1502-B29F-4129-9D2B-F5B5519DF4F6}"/>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45</a:t>
            </a:r>
          </a:p>
        </p:txBody>
      </p:sp>
      <p:sp>
        <p:nvSpPr>
          <p:cNvPr id="3" name="">
            <a:extLst xmlns:a="http://schemas.openxmlformats.org/drawingml/2006/main">
              <a:ext uri="{FF2B5EF4-FFF2-40B4-BE49-F238E27FC236}">
                <a16:creationId xmlns:a16="http://schemas.microsoft.com/office/drawing/2014/main" id="{A622573C-981C-4F21-B0B4-D5F676A532A7}"/>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Sua vez</a:t>
            </a:r>
          </a:p>
        </p:txBody>
      </p:sp>
      <p:sp>
        <p:nvSpPr>
          <p:cNvPr id="4" name="">
            <a:extLst xmlns:a="http://schemas.openxmlformats.org/drawingml/2006/main">
              <a:ext uri="{FF2B5EF4-FFF2-40B4-BE49-F238E27FC236}">
                <a16:creationId xmlns:a16="http://schemas.microsoft.com/office/drawing/2014/main" id="{F04A26B4-A82F-4BF2-A236-5712A5CA4F8C}"/>
              </a:ext>
            </a:extLst>
          </p:cNvPr>
          <p:cNvSpPr>
            <a:spLocks xmlns:a="http://schemas.openxmlformats.org/drawingml/2006/main" noGrp="1"/>
          </p:cNvSpPr>
          <p:nvPr/>
        </p:nvSpPr>
        <p:spPr>
          <a:xfrm xmlns:a="http://schemas.openxmlformats.org/drawingml/2006/main">
            <a:off x="609600" y="2381250"/>
            <a:ext cx="10572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FFFFFF"/>
                </a:solidFill>
              </a:defRPr>
            </a:defPPr>
          </a:lstStyle>
          <a:p xmlns:a="http://schemas.openxmlformats.org/drawingml/2006/main">
            <a:pPr>
              <a:defRPr sz="5700" b="1">
                <a:solidFill>
                  <a:srgbClr val="FFFFFF"/>
                </a:solidFill>
              </a:defRPr>
            </a:pPr>
            <a:r>
              <a:rPr sz="5700" b="1">
                <a:solidFill>
                  <a:srgbClr val="FFFFFF"/>
                </a:solidFill>
              </a:rPr>
              <a:t>Oito notas</a:t>
            </a:r>
          </a:p>
          <a:p xmlns:a="http://schemas.openxmlformats.org/drawingml/2006/main">
            <a:pPr>
              <a:defRPr sz="5700" b="1">
                <a:solidFill>
                  <a:srgbClr val="FFFFFF"/>
                </a:solidFill>
              </a:defRPr>
            </a:pPr>
            <a:r>
              <a:rPr sz="5700" b="1">
                <a:solidFill>
                  <a:srgbClr val="FFFFFF"/>
                </a:solidFill>
              </a:rPr>
              <a:t>na mesma corda</a:t>
            </a:r>
          </a:p>
        </p:txBody>
      </p:sp>
      <p:sp>
        <p:nvSpPr>
          <p:cNvPr id="5" name="">
            <a:extLst xmlns:a="http://schemas.openxmlformats.org/drawingml/2006/main">
              <a:ext uri="{FF2B5EF4-FFF2-40B4-BE49-F238E27FC236}">
                <a16:creationId xmlns:a16="http://schemas.microsoft.com/office/drawing/2014/main" id="{0FB2C61E-78FE-4F96-8EE1-DAB699A4082C}"/>
              </a:ext>
            </a:extLst>
          </p:cNvPr>
          <p:cNvSpPr>
            <a:spLocks xmlns:a="http://schemas.openxmlformats.org/drawingml/2006/main" noGrp="1"/>
          </p:cNvSpPr>
          <p:nvPr/>
        </p:nvSpPr>
        <p:spPr>
          <a:xfrm xmlns:a="http://schemas.openxmlformats.org/drawingml/2006/main">
            <a:off x="647700" y="5000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FFFFF"/>
                </a:solidFill>
              </a:defRPr>
            </a:defPPr>
          </a:lstStyle>
          <a:p xmlns:a="http://schemas.openxmlformats.org/drawingml/2006/main">
            <a:pPr>
              <a:defRPr sz="2400" b="0">
                <a:solidFill>
                  <a:srgbClr val="FFFFFF"/>
                </a:solidFill>
              </a:defRPr>
            </a:pPr>
            <a:r>
              <a:rPr sz="2400" b="0">
                <a:solidFill>
                  <a:srgbClr val="FFFFFF"/>
                </a:solidFill>
              </a:rPr>
              <a:t>Alterne baixo e cima sem mudar a velocidade.</a:t>
            </a:r>
          </a:p>
          <a:p xmlns:a="http://schemas.openxmlformats.org/drawingml/2006/main">
            <a:pPr>
              <a:defRPr sz="2400" b="0">
                <a:solidFill>
                  <a:srgbClr val="FFFFFF"/>
                </a:solidFill>
              </a:defRPr>
            </a:pPr>
            <a:r>
              <a:rPr sz="2400" b="0">
                <a:solidFill>
                  <a:srgbClr val="FFFFFF"/>
                </a:solidFill>
              </a:rPr>
              <a:t>Observe se cada movimento toca a corda.</a:t>
            </a:r>
          </a:p>
        </p:txBody>
      </p:sp>
    </p:spTree>
    <p:extLst>
      <p:ext uri="{BB962C8B-B14F-4D97-AF65-F5344CB8AC3E}">
        <p14:creationId xmlns:p14="http://schemas.microsoft.com/office/powerpoint/2010/main" val="1858635398"/>
      </p:ext>
    </p:extLst>
  </p:cSld>
</p:sld>
</file>

<file path=ppt/slides/slide46.xml><?xml version="1.0" encoding="utf-8"?>
<p:sld xmlns:p="http://schemas.openxmlformats.org/presentationml/2006/main">
  <p:cSld>
    <p:bg>
      <p:bgPr>
        <a:solidFill xmlns:a="http://schemas.openxmlformats.org/drawingml/2006/main">
          <a:srgbClr val="FBFA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471DB80-74F8-4368-8041-223100E55755}"/>
              </a:ext>
            </a:extLst>
          </p:cNvPr>
          <p:cNvPicPr>
            <a:picLocks xmlns:a="http://schemas.openxmlformats.org/drawingml/2006/main" noChangeAspect="1"/>
          </p:cNvPicPr>
          <p:nvPr/>
        </p:nvPicPr>
        <p:blipFill>
          <a:blip xmlns:r="http://schemas.openxmlformats.org/officeDocument/2006/relationships" xmlns:a="http://schemas.openxmlformats.org/drawingml/2006/main" r:embed="R16f5eab99c774757"/>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A87D74-5AE9-4523-BE49-B29E00F8F210}"/>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A1633"/>
                </a:solidFill>
              </a:defRPr>
            </a:defPPr>
          </a:lstStyle>
          <a:p xmlns:a="http://schemas.openxmlformats.org/drawingml/2006/main">
            <a:pPr>
              <a:defRPr sz="1725" b="1">
                <a:solidFill>
                  <a:srgbClr val="1A1633"/>
                </a:solidFill>
              </a:defRPr>
            </a:pPr>
            <a:r>
              <a:rPr sz="1725" b="1">
                <a:solidFill>
                  <a:srgbClr val="1A1633"/>
                </a:solidFill>
              </a:rPr>
              <a:t>MotifPath</a:t>
            </a:r>
          </a:p>
        </p:txBody>
      </p:sp>
      <p:sp>
        <p:nvSpPr>
          <p:cNvPr id="3" name="">
            <a:extLst xmlns:a="http://schemas.openxmlformats.org/drawingml/2006/main">
              <a:ext uri="{FF2B5EF4-FFF2-40B4-BE49-F238E27FC236}">
                <a16:creationId xmlns:a16="http://schemas.microsoft.com/office/drawing/2014/main" id="{426264D2-1613-4AA3-B8AB-6220FFDBC98B}"/>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5470"/>
                </a:solidFill>
              </a:defRPr>
            </a:defPPr>
          </a:lstStyle>
          <a:p xmlns:a="http://schemas.openxmlformats.org/drawingml/2006/main">
            <a:pPr>
              <a:defRPr sz="1200" b="0">
                <a:solidFill>
                  <a:srgbClr val="5B5470"/>
                </a:solidFill>
              </a:defRPr>
            </a:pPr>
            <a:r>
              <a:rPr sz="1200" b="0">
                <a:solidFill>
                  <a:srgbClr val="5B5470"/>
                </a:solidFill>
              </a:rPr>
              <a:t>46</a:t>
            </a:r>
          </a:p>
        </p:txBody>
      </p:sp>
      <p:sp>
        <p:nvSpPr>
          <p:cNvPr id="4" name="">
            <a:extLst xmlns:a="http://schemas.openxmlformats.org/drawingml/2006/main">
              <a:ext uri="{FF2B5EF4-FFF2-40B4-BE49-F238E27FC236}">
                <a16:creationId xmlns:a16="http://schemas.microsoft.com/office/drawing/2014/main" id="{372454D6-9059-4B36-8692-D20936E64351}"/>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A1633"/>
                </a:solidFill>
              </a:defRPr>
            </a:defPPr>
          </a:lstStyle>
          <a:p xmlns:a="http://schemas.openxmlformats.org/drawingml/2006/main">
            <a:pPr>
              <a:defRPr sz="3600" b="1">
                <a:solidFill>
                  <a:srgbClr val="1A1633"/>
                </a:solidFill>
              </a:defRPr>
            </a:pPr>
            <a:r>
              <a:rPr sz="3600" b="1">
                <a:solidFill>
                  <a:srgbClr val="1A1633"/>
                </a:solidFill>
              </a:rPr>
              <a:t>Quando a palheta prende</a:t>
            </a:r>
          </a:p>
        </p:txBody>
      </p:sp>
      <p:sp>
        <p:nvSpPr>
          <p:cNvPr id="5" name="">
            <a:extLst xmlns:a="http://schemas.openxmlformats.org/drawingml/2006/main">
              <a:ext uri="{FF2B5EF4-FFF2-40B4-BE49-F238E27FC236}">
                <a16:creationId xmlns:a16="http://schemas.microsoft.com/office/drawing/2014/main" id="{573D48A3-0996-4FF1-9C04-3832B2E7CD56}"/>
              </a:ext>
            </a:extLst>
          </p:cNvPr>
          <p:cNvSpPr>
            <a:spLocks xmlns:a="http://schemas.openxmlformats.org/drawingml/2006/main" noGrp="1"/>
          </p:cNvSpPr>
          <p:nvPr/>
        </p:nvSpPr>
        <p:spPr>
          <a:xfrm xmlns:a="http://schemas.openxmlformats.org/drawingml/2006/main">
            <a:off x="609600" y="2362200"/>
            <a:ext cx="10191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6D28E0"/>
                </a:solidFill>
              </a:defRPr>
            </a:defPPr>
          </a:lstStyle>
          <a:p xmlns:a="http://schemas.openxmlformats.org/drawingml/2006/main">
            <a:pPr>
              <a:defRPr sz="4800" b="1">
                <a:solidFill>
                  <a:srgbClr val="6D28E0"/>
                </a:solidFill>
              </a:defRPr>
            </a:pPr>
            <a:r>
              <a:rPr sz="4800" b="1">
                <a:solidFill>
                  <a:srgbClr val="6D28E0"/>
                </a:solidFill>
              </a:rPr>
              <a:t>Menos ponta</a:t>
            </a:r>
          </a:p>
          <a:p xmlns:a="http://schemas.openxmlformats.org/drawingml/2006/main">
            <a:pPr>
              <a:defRPr sz="4800" b="1">
                <a:solidFill>
                  <a:srgbClr val="6D28E0"/>
                </a:solidFill>
              </a:defRPr>
            </a:pPr>
            <a:r>
              <a:rPr sz="4800" b="1">
                <a:solidFill>
                  <a:srgbClr val="6D28E0"/>
                </a:solidFill>
              </a:rPr>
              <a:t>entre as cordas</a:t>
            </a:r>
          </a:p>
        </p:txBody>
      </p:sp>
      <p:sp>
        <p:nvSpPr>
          <p:cNvPr id="6" name="">
            <a:extLst xmlns:a="http://schemas.openxmlformats.org/drawingml/2006/main">
              <a:ext uri="{FF2B5EF4-FFF2-40B4-BE49-F238E27FC236}">
                <a16:creationId xmlns:a16="http://schemas.microsoft.com/office/drawing/2014/main" id="{A20EA181-D0DD-4D96-8D6B-663E4A927506}"/>
              </a:ext>
            </a:extLst>
          </p:cNvPr>
          <p:cNvSpPr>
            <a:spLocks xmlns:a="http://schemas.openxmlformats.org/drawingml/2006/main" noGrp="1"/>
          </p:cNvSpPr>
          <p:nvPr/>
        </p:nvSpPr>
        <p:spPr>
          <a:xfrm xmlns:a="http://schemas.openxmlformats.org/drawingml/2006/main">
            <a:off x="647700" y="4524375"/>
            <a:ext cx="1038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1A1633"/>
                </a:solidFill>
              </a:defRPr>
            </a:defPPr>
          </a:lstStyle>
          <a:p xmlns:a="http://schemas.openxmlformats.org/drawingml/2006/main">
            <a:pPr>
              <a:defRPr sz="2475" b="0">
                <a:solidFill>
                  <a:srgbClr val="1A1633"/>
                </a:solidFill>
              </a:defRPr>
            </a:pPr>
            <a:r>
              <a:rPr sz="2475" b="0">
                <a:solidFill>
                  <a:srgbClr val="1A1633"/>
                </a:solidFill>
              </a:rPr>
              <a:t>Reduza a profundidade da palheta e tente dois toques lentos.</a:t>
            </a:r>
          </a:p>
          <a:p xmlns:a="http://schemas.openxmlformats.org/drawingml/2006/main">
            <a:pPr>
              <a:defRPr sz="2475" b="0">
                <a:solidFill>
                  <a:srgbClr val="1A1633"/>
                </a:solidFill>
              </a:defRPr>
            </a:pPr>
            <a:r>
              <a:rPr sz="2475" b="0">
                <a:solidFill>
                  <a:srgbClr val="1A1633"/>
                </a:solidFill>
              </a:rPr>
              <a:t>Depois, retome a sequência sem apertar a mão.</a:t>
            </a:r>
          </a:p>
        </p:txBody>
      </p:sp>
    </p:spTree>
    <p:extLst>
      <p:ext uri="{BB962C8B-B14F-4D97-AF65-F5344CB8AC3E}">
        <p14:creationId xmlns:p14="http://schemas.microsoft.com/office/powerpoint/2010/main" val="353635326"/>
      </p:ext>
    </p:extLst>
  </p:cSld>
</p:sld>
</file>

<file path=ppt/slides/slide47.xml><?xml version="1.0" encoding="utf-8"?>
<p:sld xmlns:p="http://schemas.openxmlformats.org/presentationml/2006/main">
  <p:cSld>
    <p:bg>
      <p:bgPr>
        <a:solidFill xmlns:a="http://schemas.openxmlformats.org/drawingml/2006/main">
          <a:srgbClr val="0B0D2E"/>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F821646-53FC-409D-8513-C017022D9E0B}"/>
              </a:ext>
            </a:extLst>
          </p:cNvPr>
          <p:cNvPicPr>
            <a:picLocks xmlns:a="http://schemas.openxmlformats.org/drawingml/2006/main" noChangeAspect="1"/>
          </p:cNvPicPr>
          <p:nvPr/>
        </p:nvPicPr>
        <p:blipFill>
          <a:blip xmlns:r="http://schemas.openxmlformats.org/officeDocument/2006/relationships" xmlns:a="http://schemas.openxmlformats.org/drawingml/2006/main" r:embed="R988ab092ba624379"/>
          <a:stretch xmlns:a="http://schemas.openxmlformats.org/drawingml/2006/main"/>
        </p:blipFill>
        <p:spPr>
          <a:xfrm xmlns:a="http://schemas.openxmlformats.org/drawingml/2006/main">
            <a:off x="609600" y="361950"/>
            <a:ext cx="438150" cy="4381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16720F-C6FE-4153-AE24-EC02FA561A7A}"/>
              </a:ext>
            </a:extLst>
          </p:cNvPr>
          <p:cNvSpPr>
            <a:spLocks xmlns:a="http://schemas.openxmlformats.org/drawingml/2006/main" noGrp="1"/>
          </p:cNvSpPr>
          <p:nvPr/>
        </p:nvSpPr>
        <p:spPr>
          <a:xfrm xmlns:a="http://schemas.openxmlformats.org/drawingml/2006/main">
            <a:off x="1181100" y="4191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MotifPath</a:t>
            </a:r>
          </a:p>
        </p:txBody>
      </p:sp>
      <p:sp>
        <p:nvSpPr>
          <p:cNvPr id="3" name="">
            <a:extLst xmlns:a="http://schemas.openxmlformats.org/drawingml/2006/main">
              <a:ext uri="{FF2B5EF4-FFF2-40B4-BE49-F238E27FC236}">
                <a16:creationId xmlns:a16="http://schemas.microsoft.com/office/drawing/2014/main" id="{1E0C48FF-CF23-47A5-8209-AA038BA3B537}"/>
              </a:ext>
            </a:extLst>
          </p:cNvPr>
          <p:cNvSpPr>
            <a:spLocks xmlns:a="http://schemas.openxmlformats.org/drawingml/2006/main" noGrp="1"/>
          </p:cNvSpPr>
          <p:nvPr/>
        </p:nvSpPr>
        <p:spPr>
          <a:xfrm xmlns:a="http://schemas.openxmlformats.org/drawingml/2006/main">
            <a:off x="11049000" y="62007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E4D6FF"/>
                </a:solidFill>
              </a:defRPr>
            </a:defPPr>
          </a:lstStyle>
          <a:p xmlns:a="http://schemas.openxmlformats.org/drawingml/2006/main">
            <a:pPr>
              <a:defRPr sz="1200" b="0">
                <a:solidFill>
                  <a:srgbClr val="E4D6FF"/>
                </a:solidFill>
              </a:defRPr>
            </a:pPr>
            <a:r>
              <a:rPr sz="1200" b="0">
                <a:solidFill>
                  <a:srgbClr val="E4D6FF"/>
                </a:solidFill>
              </a:rPr>
              <a:t>47</a:t>
            </a:r>
          </a:p>
        </p:txBody>
      </p:sp>
      <p:sp>
        <p:nvSpPr>
          <p:cNvPr id="4" name="">
            <a:extLst xmlns:a="http://schemas.openxmlformats.org/drawingml/2006/main">
              <a:ext uri="{FF2B5EF4-FFF2-40B4-BE49-F238E27FC236}">
                <a16:creationId xmlns:a16="http://schemas.microsoft.com/office/drawing/2014/main" id="{F99F686E-4046-4208-8738-ACBA337051A6}"/>
              </a:ext>
            </a:extLst>
          </p:cNvPr>
          <p:cNvSpPr>
            <a:spLocks xmlns:a="http://schemas.openxmlformats.org/drawingml/2006/main" noGrp="1"/>
          </p:cNvSpPr>
          <p:nvPr/>
        </p:nvSpPr>
        <p:spPr>
          <a:xfrm xmlns:a="http://schemas.openxmlformats.org/drawingml/2006/main">
            <a:off x="609600" y="11620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Uma frase de dois compassos</a:t>
            </a:r>
          </a:p>
        </p:txBody>
      </p:sp>
      <p:sp>
        <p:nvSpPr>
          <p:cNvPr id="5" name="">
            <a:extLst xmlns:a="http://schemas.openxmlformats.org/drawingml/2006/main">
              <a:ext uri="{FF2B5EF4-FFF2-40B4-BE49-F238E27FC236}">
                <a16:creationId xmlns:a16="http://schemas.microsoft.com/office/drawing/2014/main" id="{BD45AB42-E042-4938-BA3C-ABB74A678D7A}"/>
              </a:ext>
            </a:extLst>
          </p:cNvPr>
          <p:cNvSpPr>
            <a:spLocks xmlns:a="http://schemas.openxmlformats.org/drawingml/2006/main" noGrp="1"/>
          </p:cNvSpPr>
          <p:nvPr/>
        </p:nvSpPr>
        <p:spPr>
          <a:xfrm xmlns:a="http://schemas.openxmlformats.org/drawingml/2006/main">
            <a:off x="609600" y="25717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75" b="1">
                <a:solidFill>
                  <a:srgbClr val="FFFFFF"/>
                </a:solidFill>
              </a:defRPr>
            </a:defPPr>
          </a:lstStyle>
          <a:p xmlns:a="http://schemas.openxmlformats.org/drawingml/2006/main">
            <a:pPr>
              <a:defRPr sz="5775" b="1">
                <a:solidFill>
                  <a:srgbClr val="FFFFFF"/>
                </a:solidFill>
              </a:defRPr>
            </a:pPr>
            <a:r>
              <a:rPr sz="5775" b="1">
                <a:solidFill>
                  <a:srgbClr val="FFFFFF"/>
                </a:solidFill>
              </a:rPr>
              <a:t>1 e 2 e 3 e 4 e</a:t>
            </a:r>
          </a:p>
        </p:txBody>
      </p:sp>
      <p:sp>
        <p:nvSpPr>
          <p:cNvPr id="6" name="">
            <a:extLst xmlns:a="http://schemas.openxmlformats.org/drawingml/2006/main">
              <a:ext uri="{FF2B5EF4-FFF2-40B4-BE49-F238E27FC236}">
                <a16:creationId xmlns:a16="http://schemas.microsoft.com/office/drawing/2014/main" id="{FDC2E7EE-6E3E-4623-8A8F-9C5380D5B461}"/>
              </a:ext>
            </a:extLst>
          </p:cNvPr>
          <p:cNvSpPr>
            <a:spLocks xmlns:a="http://schemas.openxmlformats.org/drawingml/2006/main" noGrp="1"/>
          </p:cNvSpPr>
          <p:nvPr/>
        </p:nvSpPr>
        <p:spPr>
          <a:xfrm xmlns:a="http://schemas.openxmlformats.org/drawingml/2006/main">
            <a:off x="609600" y="3905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75" b="1">
                <a:solidFill>
                  <a:srgbClr val="C97CFF"/>
                </a:solidFill>
              </a:defRPr>
            </a:defPPr>
          </a:lstStyle>
          <a:p xmlns:a="http://schemas.openxmlformats.org/drawingml/2006/main">
            <a:pPr>
              <a:defRPr sz="5775" b="1">
                <a:solidFill>
                  <a:srgbClr val="C97CFF"/>
                </a:solidFill>
              </a:defRPr>
            </a:pPr>
            <a:r>
              <a:rPr sz="5775" b="1">
                <a:solidFill>
                  <a:srgbClr val="C97CFF"/>
                </a:solidFill>
              </a:rPr>
              <a:t>1    2    3    4</a:t>
            </a:r>
          </a:p>
        </p:txBody>
      </p:sp>
      <p:sp>
        <p:nvSpPr>
          <p:cNvPr id="7" name="">
            <a:extLst xmlns:a="http://schemas.openxmlformats.org/drawingml/2006/main">
              <a:ext uri="{FF2B5EF4-FFF2-40B4-BE49-F238E27FC236}">
                <a16:creationId xmlns:a16="http://schemas.microsoft.com/office/drawing/2014/main" id="{BF465FC4-9C0F-4D6A-B874-B48FC0D5B95C}"/>
              </a:ext>
            </a:extLst>
          </p:cNvPr>
          <p:cNvSpPr>
            <a:spLocks xmlns:a="http://schemas.openxmlformats.org/drawingml/2006/main" noGrp="1"/>
          </p:cNvSpPr>
          <p:nvPr/>
        </p:nvSpPr>
        <p:spPr>
          <a:xfrm xmlns:a="http://schemas.openxmlformats.org/drawingml/2006/main">
            <a:off x="647700" y="52768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FFFF"/>
                </a:solidFill>
              </a:defRPr>
            </a:defPPr>
          </a:lstStyle>
          <a:p xmlns:a="http://schemas.openxmlformats.org/drawingml/2006/main">
            <a:pPr>
              <a:defRPr sz="2100" b="0">
                <a:solidFill>
                  <a:srgbClr val="FFFFFF"/>
                </a:solidFill>
              </a:defRPr>
            </a:pPr>
            <a:r>
              <a:rPr sz="2100" b="0">
                <a:solidFill>
                  <a:srgbClr val="FFFFFF"/>
                </a:solidFill>
              </a:rPr>
              <a:t>No segundo compasso, cada nota dura o dobro.</a:t>
            </a:r>
          </a:p>
          <a:p xmlns:a="http://schemas.openxmlformats.org/drawingml/2006/main">
            <a:pPr>
              <a:defRPr sz="2100" b="0">
                <a:solidFill>
                  <a:srgbClr val="FFFFFF"/>
                </a:solidFill>
              </a:defRPr>
            </a:pPr>
            <a:r>
              <a:rPr sz="2100" b="0">
                <a:solidFill>
                  <a:srgbClr val="FFFFFF"/>
                </a:solidFill>
              </a:rPr>
              <a:t>Continue alternando os movimentos em cada nota tocada.</a:t>
            </a:r>
          </a:p>
        </p:txBody>
      </p:sp>
    </p:spTree>
    <p:extLst>
      <p:ext uri="{BB962C8B-B14F-4D97-AF65-F5344CB8AC3E}">
        <p14:creationId xmlns:p14="http://schemas.microsoft.com/office/powerpoint/2010/main" val="2099797260"/>
      </p:ext>
    </p:extLst>
  </p:cSld>
</p:sld>
</file>

<file path=ppt/theme/theme1.xml><?xml version="1.0" encoding="utf-8"?>
<a:theme xmlns:a="http://schemas.openxmlformats.org/drawingml/2006/main" name="ChatGPT">
  <a:themeElements>
    <a:clrScheme name="MotifPath">
      <a:dk1>
        <a:srgbClr val="05072C"/>
      </a:dk1>
      <a:lt1>
        <a:srgbClr val="FFFFFF"/>
      </a:lt1>
      <a:dk2>
        <a:srgbClr val="1A1633"/>
      </a:dk2>
      <a:lt2>
        <a:srgbClr val="FBFAFF"/>
      </a:lt2>
      <a:accent1>
        <a:srgbClr val="6D28E0"/>
      </a:accent1>
      <a:accent2>
        <a:srgbClr val="C97CFF"/>
      </a:accent2>
      <a:accent3>
        <a:srgbClr val="1E7A4C"/>
      </a:accent3>
      <a:accent4>
        <a:srgbClr val="C4362F"/>
      </a:accent4>
      <a:accent5>
        <a:srgbClr val="B45309"/>
      </a:accent5>
      <a:accent6>
        <a:srgbClr val="E4D6FF"/>
      </a:accent6>
      <a:hlink>
        <a:srgbClr val="6D28E0"/>
      </a:hlink>
      <a:folHlink>
        <a:srgbClr val="6D28E0"/>
      </a:folHlink>
    </a:clrScheme>
    <a:fontScheme name="">
      <a:majorFont>
        <a:latin typeface="Manrope"/>
        <a:ea typeface=""/>
        <a:cs typeface=""/>
      </a:majorFont>
      <a:minorFont>
        <a:latin typeface="Manrope"/>
        <a:ea typeface=""/>
        <a:cs typeface=""/>
      </a:minorFont>
    </a:fontScheme>
    <a:fmtScheme name="MotifPat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2026-10-18T15:23:10.1370000Z</dcterms:created>
  <dcterms:modified xsi:type="dcterms:W3CDTF">2026-10-18T15:23:10.1370000Z</dcterms:modified>
</coreProperties>
</file>