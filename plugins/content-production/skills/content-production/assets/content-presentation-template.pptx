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9125268c75f4af2" /><Relationship Type="http://schemas.openxmlformats.org/officeDocument/2006/relationships/extended-properties" Target="/docProps/app.xml" Id="R937f069847ca4b03" /><Relationship Type="http://schemas.openxmlformats.org/officeDocument/2006/relationships/officeDocument" Target="/ppt/presentation.xml" Id="R7ed1173abeb04e26" /></Relationships>
</file>

<file path=ppt/presentation.xml><?xml version="1.0" encoding="utf-8"?>
<p:presentation xmlns:p="http://schemas.openxmlformats.org/presentationml/2006/main">
  <p:sldMasterIdLst>
    <p:sldMasterId xmlns:r="http://schemas.openxmlformats.org/officeDocument/2006/relationships" id="2147483648" r:id="R5d08157c64b84620"/>
  </p:sldMasterIdLst>
  <p:notesMasterIdLst>
    <p:notesMasterId xmlns:r="http://schemas.openxmlformats.org/officeDocument/2006/relationships" r:id="R079cfc070e5e4797"/>
  </p:notesMasterIdLst>
  <p:sldIdLst>
    <p:sldId xmlns:r="http://schemas.openxmlformats.org/officeDocument/2006/relationships" id="256" r:id="R0aaf34a84e384d56"/>
    <p:sldId xmlns:r="http://schemas.openxmlformats.org/officeDocument/2006/relationships" id="257" r:id="Rf99cdedecde041b0"/>
    <p:sldId xmlns:r="http://schemas.openxmlformats.org/officeDocument/2006/relationships" id="258" r:id="R95b4dfbff3c34da4"/>
    <p:sldId xmlns:r="http://schemas.openxmlformats.org/officeDocument/2006/relationships" id="259" r:id="R2980764d898c4aff"/>
    <p:sldId xmlns:r="http://schemas.openxmlformats.org/officeDocument/2006/relationships" id="260" r:id="R9e5fdd512ce84466"/>
    <p:sldId xmlns:r="http://schemas.openxmlformats.org/officeDocument/2006/relationships" id="261" r:id="Rb0341834a69a4347"/>
    <p:sldId xmlns:r="http://schemas.openxmlformats.org/officeDocument/2006/relationships" id="262" r:id="R7d11a7ac219a4a36"/>
    <p:sldId xmlns:r="http://schemas.openxmlformats.org/officeDocument/2006/relationships" id="263" r:id="Rff9815caae344b4e"/>
    <p:sldId xmlns:r="http://schemas.openxmlformats.org/officeDocument/2006/relationships" id="264" r:id="R71cccd5f50864caf"/>
    <p:sldId xmlns:r="http://schemas.openxmlformats.org/officeDocument/2006/relationships" id="265" r:id="Rdef2ae45d60f4d0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331e5a8e19b482f" /><Relationship Type="http://schemas.openxmlformats.org/officeDocument/2006/relationships/slideMaster" Target="/ppt/slideMasters/slideMaster1.xml" Id="R5d08157c64b84620" /><Relationship Type="http://schemas.openxmlformats.org/officeDocument/2006/relationships/notesMaster" Target="/ppt/notesMasters/notesMaster1.xml" Id="R079cfc070e5e4797" /><Relationship Type="http://schemas.openxmlformats.org/officeDocument/2006/relationships/presProps" Target="/ppt/presProps.xml" Id="Rc78957cfd5844719" /><Relationship Type="http://schemas.openxmlformats.org/officeDocument/2006/relationships/tableStyles" Target="/ppt/tableStyles.xml" Id="Ra23f7e532569461c" /><Relationship Type="http://schemas.openxmlformats.org/officeDocument/2006/relationships/slide" Target="/ppt/slides/slide1.xml" Id="R0aaf34a84e384d56" /><Relationship Type="http://schemas.openxmlformats.org/officeDocument/2006/relationships/slide" Target="/ppt/slides/slide2.xml" Id="Rf99cdedecde041b0" /><Relationship Type="http://schemas.openxmlformats.org/officeDocument/2006/relationships/slide" Target="/ppt/slides/slide3.xml" Id="R95b4dfbff3c34da4" /><Relationship Type="http://schemas.openxmlformats.org/officeDocument/2006/relationships/slide" Target="/ppt/slides/slide4.xml" Id="R2980764d898c4aff" /><Relationship Type="http://schemas.openxmlformats.org/officeDocument/2006/relationships/slide" Target="/ppt/slides/slide5.xml" Id="R9e5fdd512ce84466" /><Relationship Type="http://schemas.openxmlformats.org/officeDocument/2006/relationships/slide" Target="/ppt/slides/slide6.xml" Id="Rb0341834a69a4347" /><Relationship Type="http://schemas.openxmlformats.org/officeDocument/2006/relationships/slide" Target="/ppt/slides/slide7.xml" Id="R7d11a7ac219a4a36" /><Relationship Type="http://schemas.openxmlformats.org/officeDocument/2006/relationships/slide" Target="/ppt/slides/slide8.xml" Id="Rff9815caae344b4e" /><Relationship Type="http://schemas.openxmlformats.org/officeDocument/2006/relationships/slide" Target="/ppt/slides/slide9.xml" Id="R71cccd5f50864caf" /><Relationship Type="http://schemas.openxmlformats.org/officeDocument/2006/relationships/slide" Target="/ppt/slides/slide10.xml" Id="Rdef2ae45d60f4d0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a716a7dba91470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035fb433da84734" /><Relationship Type="http://schemas.openxmlformats.org/officeDocument/2006/relationships/notesMaster" Target="/ppt/notesMasters/notesMaster1.xml" Id="Rada635043e684f40" /></Relationships>
</file>

<file path=ppt/notesSlides/_rels/notesSlide2.xml.rels>&#65279;<?xml version="1.0" encoding="utf-8"?><Relationships xmlns="http://schemas.openxmlformats.org/package/2006/relationships"><Relationship Type="http://schemas.openxmlformats.org/officeDocument/2006/relationships/slide" Target="/ppt/slides/slide2.xml" Id="R2e5b035a230c46e4" /><Relationship Type="http://schemas.openxmlformats.org/officeDocument/2006/relationships/notesMaster" Target="/ppt/notesMasters/notesMaster1.xml" Id="R8cc9b506312a4a25" /></Relationships>
</file>

<file path=ppt/notesSlides/_rels/notesSlide3.xml.rels>&#65279;<?xml version="1.0" encoding="utf-8"?><Relationships xmlns="http://schemas.openxmlformats.org/package/2006/relationships"><Relationship Type="http://schemas.openxmlformats.org/officeDocument/2006/relationships/slide" Target="/ppt/slides/slide3.xml" Id="R06ade852bcd14d42" /><Relationship Type="http://schemas.openxmlformats.org/officeDocument/2006/relationships/notesMaster" Target="/ppt/notesMasters/notesMaster1.xml" Id="R4d78eb40513645b9" /></Relationships>
</file>

<file path=ppt/notesSlides/_rels/notesSlide4.xml.rels>&#65279;<?xml version="1.0" encoding="utf-8"?><Relationships xmlns="http://schemas.openxmlformats.org/package/2006/relationships"><Relationship Type="http://schemas.openxmlformats.org/officeDocument/2006/relationships/slide" Target="/ppt/slides/slide4.xml" Id="Rdd96be4459424d8f" /><Relationship Type="http://schemas.openxmlformats.org/officeDocument/2006/relationships/notesMaster" Target="/ppt/notesMasters/notesMaster1.xml" Id="R6fc9b30fd13149de" /></Relationships>
</file>

<file path=ppt/notesSlides/_rels/notesSlide5.xml.rels>&#65279;<?xml version="1.0" encoding="utf-8"?><Relationships xmlns="http://schemas.openxmlformats.org/package/2006/relationships"><Relationship Type="http://schemas.openxmlformats.org/officeDocument/2006/relationships/slide" Target="/ppt/slides/slide5.xml" Id="R5724d61ba24a425d" /><Relationship Type="http://schemas.openxmlformats.org/officeDocument/2006/relationships/notesMaster" Target="/ppt/notesMasters/notesMaster1.xml" Id="R967dffc3d7c6415b" /></Relationships>
</file>

<file path=ppt/notesSlides/_rels/notesSlide6.xml.rels>&#65279;<?xml version="1.0" encoding="utf-8"?><Relationships xmlns="http://schemas.openxmlformats.org/package/2006/relationships"><Relationship Type="http://schemas.openxmlformats.org/officeDocument/2006/relationships/slide" Target="/ppt/slides/slide6.xml" Id="R0a43048ee10f4d43" /><Relationship Type="http://schemas.openxmlformats.org/officeDocument/2006/relationships/notesMaster" Target="/ppt/notesMasters/notesMaster1.xml" Id="Rbca22aab4576462d" /></Relationships>
</file>

<file path=ppt/notesSlides/_rels/notesSlide7.xml.rels>&#65279;<?xml version="1.0" encoding="utf-8"?><Relationships xmlns="http://schemas.openxmlformats.org/package/2006/relationships"><Relationship Type="http://schemas.openxmlformats.org/officeDocument/2006/relationships/slide" Target="/ppt/slides/slide7.xml" Id="R7f917459aeed4081" /><Relationship Type="http://schemas.openxmlformats.org/officeDocument/2006/relationships/notesMaster" Target="/ppt/notesMasters/notesMaster1.xml" Id="Rd050f57aea3e4062" /></Relationships>
</file>

<file path=ppt/notesSlides/_rels/notesSlide8.xml.rels>&#65279;<?xml version="1.0" encoding="utf-8"?><Relationships xmlns="http://schemas.openxmlformats.org/package/2006/relationships"><Relationship Type="http://schemas.openxmlformats.org/officeDocument/2006/relationships/slide" Target="/ppt/slides/slide8.xml" Id="R371adf6608c045da" /><Relationship Type="http://schemas.openxmlformats.org/officeDocument/2006/relationships/notesMaster" Target="/ppt/notesMasters/notesMaster1.xml" Id="R83f84312582c4136" /></Relationships>
</file>

<file path=ppt/notesSlides/_rels/notesSlide9.xml.rels>&#65279;<?xml version="1.0" encoding="utf-8"?><Relationships xmlns="http://schemas.openxmlformats.org/package/2006/relationships"><Relationship Type="http://schemas.openxmlformats.org/officeDocument/2006/relationships/slide" Target="/ppt/slides/slide9.xml" Id="Rd5ffc462b8bd475d" /><Relationship Type="http://schemas.openxmlformats.org/officeDocument/2006/relationships/notesMaster" Target="/ppt/notesMasters/notesMaster1.xml" Id="Rdb9f3dcfe66249d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7c9b79f5e1f44ea" /><Relationship Type="http://schemas.openxmlformats.org/officeDocument/2006/relationships/notesMaster" Target="/ppt/notesMasters/notesMaster1.xml" Id="Rde3f230ea57541f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as an editable storyboard. Slides do not implement native response capture, feedback or grading. Keep author pages out of the learner export. Copy only layouts useful for the unit.</a:t>
            </a:r>
          </a:p>
          <a:p xmlns:a="http://schemas.openxmlformats.org/drawingml/2006/main">
            <a:r>
              <a:t/>
            </a:r>
          </a:p>
          <a:p xmlns:a="http://schemas.openxmlformats.org/drawingml/2006/main">
            <a:r>
              <a:t>Source: motifpath-specs content-production skill and curriculum/README.md, principles.md, ADR-043/046/049. Brand colors: motifpath-brand/tokens.json. Template revision 1.1.0. English authoring prompts must be localized for each learner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Validate classification against current map keys and installed scope. Record the brief and acceptance criteria in the production packet. For standalone units omit course/path placement. Essential prerequisites and references belong in the packet and the learner material where needed.</a:t>
            </a:r>
          </a:p>
          <a:p xmlns:a="http://schemas.openxmlformats.org/drawingml/2006/main">
            <a:r>
              <a:t/>
            </a:r>
          </a:p>
          <a:p xmlns:a="http://schemas.openxmlformats.org/drawingml/2006/main">
            <a:r>
              <a:t>Source: motifpath-specs content-production skill and curriculum/README.md, principles.md, ADR-043/046/049. Brand colors: motifpath-brand/tokens.json. Template revision 1.1.0. English authoring prompts must be localized for each learner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the large prompt with the actual musical example or licensed media. Include accessible descriptions, captions or transcript. Begin with practical use, not a topic exposition. Keep its asset reference in the production packet.</a:t>
            </a:r>
          </a:p>
          <a:p xmlns:a="http://schemas.openxmlformats.org/drawingml/2006/main">
            <a:r>
              <a:t/>
            </a:r>
          </a:p>
          <a:p xmlns:a="http://schemas.openxmlformats.org/drawingml/2006/main">
            <a:r>
              <a:t>Source: motifpath-specs content-production skill and curriculum/README.md, principles.md, ADR-043/046/049. Brand colors: motifpath-brand/tokens.json. Template revision 1.1.0. English authoring prompts must be localized for each learner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the numbered prompts with complete steps. Duplicate the layout if the method needs more than three steps. Never omit essential steps to fit the frame. Explain unfamiliar notation and provide exact prerequisite sections and an inline bridge.</a:t>
            </a:r>
          </a:p>
          <a:p xmlns:a="http://schemas.openxmlformats.org/drawingml/2006/main">
            <a:r>
              <a:t/>
            </a:r>
          </a:p>
          <a:p xmlns:a="http://schemas.openxmlformats.org/drawingml/2006/main">
            <a:r>
              <a:t>Source: motifpath-specs content-production skill and curriculum/README.md, principles.md, ADR-043/046/049. Brand colors: motifpath-brand/tokens.json. Template revision 1.1.0. English authoring prompts must be localized for each learner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actual diagram, image or video still and its annotations. Add exact narration and asset/source references here. Verify fingering, symbols and audio. A perception task must not reveal the answer through labels or filenames.</a:t>
            </a:r>
          </a:p>
          <a:p xmlns:a="http://schemas.openxmlformats.org/drawingml/2006/main">
            <a:r>
              <a:t/>
            </a:r>
          </a:p>
          <a:p xmlns:a="http://schemas.openxmlformats.org/drawingml/2006/main">
            <a:r>
              <a:t>Source: motifpath-specs content-production skill and curriculum/README.md, principles.md, ADR-043/046/049. Brand colors: motifpath-brand/tokens.json. Template revision 1.1.0. English authoring prompts must be localized for each learner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Native handoff: [contract and exercise/diagram/item key]. Stimulus: [asset]. Response: [choice/region/performance]. Correct answer or self-assessment rubric: [fill]. Commit rule: [fill]. Capability evidence: [specified / implemented / verified]. This frame is a storyboard, not an executable exercise. Provide keyboard/text alternatives where applicable.</a:t>
            </a:r>
          </a:p>
          <a:p xmlns:a="http://schemas.openxmlformats.org/drawingml/2006/main">
            <a:r>
              <a:t/>
            </a:r>
          </a:p>
          <a:p xmlns:a="http://schemas.openxmlformats.org/drawingml/2006/main">
            <a:r>
              <a:t>Source: motifpath-specs content-production skill and curriculum/README.md, principles.md, ADR-043/046/049. Brand colors: motifpath-brand/tokens.json. Template revision 1.1.0. English authoring prompts must be localized for each learner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after the attempt where pedagogically appropriate. Write actionable feedback for correct and incorrect responses. Define the retry in the native experience. Honest self-rating must not be described as automatic performance assessment.</a:t>
            </a:r>
          </a:p>
          <a:p xmlns:a="http://schemas.openxmlformats.org/drawingml/2006/main">
            <a:r>
              <a:t/>
            </a:r>
          </a:p>
          <a:p xmlns:a="http://schemas.openxmlformats.org/drawingml/2006/main">
            <a:r>
              <a:t>Source: motifpath-specs content-production skill and curriculum/README.md, principles.md, ADR-043/046/049. Brand colors: motifpath-brand/tokens.json. Template revision 1.1.0. English authoring prompts must be localized for each learner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licensed or original repertoire. Keep the application achievable from this unit and its references. Assess perception, visualization, lick vocabulary and repertoire in the packet, explaining omissions. An instrument-free task may complement instrument application. Mastery requires practice evidence over time.</a:t>
            </a:r>
          </a:p>
          <a:p xmlns:a="http://schemas.openxmlformats.org/drawingml/2006/main">
            <a:r>
              <a:t/>
            </a:r>
          </a:p>
          <a:p xmlns:a="http://schemas.openxmlformats.org/drawingml/2006/main">
            <a:r>
              <a:t>Source: motifpath-specs content-production skill and curriculum/README.md, principles.md, ADR-043/046/049. Brand colors: motifpath-brand/tokens.json. Template revision 1.1.0. English authoring prompts must be localized for each learner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Check the exact revision. Do not mark unperformed reviews as passed. Separate AI self-check, human musical/editorial review and runtime checks. A published or embedded Slides deck does not provide MotifPath grading or practice evidence.</a:t>
            </a:r>
          </a:p>
          <a:p xmlns:a="http://schemas.openxmlformats.org/drawingml/2006/main">
            <a:r>
              <a:t/>
            </a:r>
          </a:p>
          <a:p xmlns:a="http://schemas.openxmlformats.org/drawingml/2006/main">
            <a:r>
              <a:t>Source: motifpath-specs content-production skill and curriculum/README.md, principles.md, ADR-043/046/049. Brand colors: motifpath-brand/tokens.json. Template revision 1.1.0. English authoring prompts must be localized for each learner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learner observations when available. Without them the decision remains provisional. Route draft corrections to Do, changed objectives or classification to Plan, verification gaps to Check. Retain is valid without rewriting. Publication is separate and requires applicable approval. Record packet and content versions.</a:t>
            </a:r>
          </a:p>
          <a:p xmlns:a="http://schemas.openxmlformats.org/drawingml/2006/main">
            <a:r>
              <a:t/>
            </a:r>
          </a:p>
          <a:p xmlns:a="http://schemas.openxmlformats.org/drawingml/2006/main">
            <a:r>
              <a:t>Source: motifpath-specs content-production skill and curriculum/README.md, principles.md, ADR-043/046/049. Brand colors: motifpath-brand/tokens.json. Template revision 1.1.0. English authoring prompts must be localized for each learner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06014b6712d478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dcb83d3a9b74e6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b083b855523430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b6d140e6c4e452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ee4e11d9f444b6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bca147924bb4d7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E88ECA2-14DC-4B5E-A3BB-E59EEC78FB4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1D69B4E-5514-4326-AEF9-39E68AFEFFE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3C73A43-0A2F-49F3-8F95-4609837C3CD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43E83C4-8034-4ABF-89F5-CAECAA3E71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79B712C-41C6-4BA5-B408-91840224C0E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7D4057E-A931-4585-A3FA-DC359880716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D0C2C87-2336-430B-AFF3-08612575B40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B78CB9F-C5C9-4031-9ABC-C163100F57D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34AE7AD-5524-4DF8-8F31-C9BCB348A77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BB8E72B-6505-4E22-8C38-033FD2C219A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8b86a5bb4844d2c" /><Relationship Type="http://schemas.openxmlformats.org/officeDocument/2006/relationships/slideLayout" Target="/ppt/slideLayouts/slideLayout1.xml" Id="R4f125e51bb6b469a" /><Relationship Type="http://schemas.openxmlformats.org/officeDocument/2006/relationships/slideLayout" Target="/ppt/slideLayouts/slideLayout2.xml" Id="R8ed2d3f9588b411f" /><Relationship Type="http://schemas.openxmlformats.org/officeDocument/2006/relationships/slideLayout" Target="/ppt/slideLayouts/slideLayout3.xml" Id="R45220e25787c42d6" /><Relationship Type="http://schemas.openxmlformats.org/officeDocument/2006/relationships/slideLayout" Target="/ppt/slideLayouts/slideLayout4.xml" Id="R989d3e6cdaa54bef" /><Relationship Type="http://schemas.openxmlformats.org/officeDocument/2006/relationships/slideLayout" Target="/ppt/slideLayouts/slideLayout5.xml" Id="R576989b8713d4b7c" /><Relationship Type="http://schemas.openxmlformats.org/officeDocument/2006/relationships/slideLayout" Target="/ppt/slideLayouts/slideLayout6.xml" Id="Rc4a05e4e488648a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f125e51bb6b469a"/>
    <p:sldLayoutId xmlns:r="http://schemas.openxmlformats.org/officeDocument/2006/relationships" id="2147483650" r:id="R8ed2d3f9588b411f"/>
    <p:sldLayoutId xmlns:r="http://schemas.openxmlformats.org/officeDocument/2006/relationships" id="2147483651" r:id="R45220e25787c42d6"/>
    <p:sldLayoutId xmlns:r="http://schemas.openxmlformats.org/officeDocument/2006/relationships" id="2147483652" r:id="R989d3e6cdaa54bef"/>
    <p:sldLayoutId xmlns:r="http://schemas.openxmlformats.org/officeDocument/2006/relationships" id="2147483653" r:id="R576989b8713d4b7c"/>
    <p:sldLayoutId xmlns:r="http://schemas.openxmlformats.org/officeDocument/2006/relationships" id="2147483654" r:id="Rc4a05e4e488648a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b269c1e13304901" /><Relationship Type="http://schemas.openxmlformats.org/officeDocument/2006/relationships/notesSlide" Target="/ppt/notesSlides/notesSlide1.xml" Id="R1153c846080b48e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3d4d748840249cd" /><Relationship Type="http://schemas.openxmlformats.org/officeDocument/2006/relationships/notesSlide" Target="/ppt/notesSlides/notesSlide2.xml" Id="R235a7b3354eb470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584da7b4d9e46b9" /><Relationship Type="http://schemas.openxmlformats.org/officeDocument/2006/relationships/notesSlide" Target="/ppt/notesSlides/notesSlide3.xml" Id="R63c8accb5a83487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fa6eb5bb9484dcd" /><Relationship Type="http://schemas.openxmlformats.org/officeDocument/2006/relationships/notesSlide" Target="/ppt/notesSlides/notesSlide4.xml" Id="R28c9173784c9408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e127fe2793f442d" /><Relationship Type="http://schemas.openxmlformats.org/officeDocument/2006/relationships/notesSlide" Target="/ppt/notesSlides/notesSlide5.xml" Id="R12bdf66c61d24bb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1867663f4db41ff" /><Relationship Type="http://schemas.openxmlformats.org/officeDocument/2006/relationships/notesSlide" Target="/ppt/notesSlides/notesSlide6.xml" Id="R81a5c257a3b3413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d84fd61342d4ce2" /><Relationship Type="http://schemas.openxmlformats.org/officeDocument/2006/relationships/notesSlide" Target="/ppt/notesSlides/notesSlide7.xml" Id="Re81aab6f4679478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02421135a3240da" /><Relationship Type="http://schemas.openxmlformats.org/officeDocument/2006/relationships/notesSlide" Target="/ppt/notesSlides/notesSlide8.xml" Id="R132d14efe82c4ec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ddee588488e4a86" /><Relationship Type="http://schemas.openxmlformats.org/officeDocument/2006/relationships/notesSlide" Target="/ppt/notesSlides/notesSlide9.xml" Id="R47155d7bf98949b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cb6e6f0c0c34d70" /><Relationship Type="http://schemas.openxmlformats.org/officeDocument/2006/relationships/notesSlide" Target="/ppt/notesSlides/notesSlide10.xml" Id="Rcb992d4de28642ba" /></Relationships>
</file>

<file path=ppt/slides/slide1.xml><?xml version="1.0" encoding="utf-8"?>
<p:sld xmlns:p="http://schemas.openxmlformats.org/presentationml/2006/main">
  <p:cSld>
    <p:bg>
      <p:bgPr>
        <a:solidFill xmlns:a="http://schemas.openxmlformats.org/drawingml/2006/main">
          <a:srgbClr val="1A1633"/>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995BFBA-A64E-486F-95A6-9D9CBCCED622}"/>
              </a:ext>
            </a:extLst>
          </p:cNvPr>
          <p:cNvSpPr>
            <a:spLocks xmlns:a="http://schemas.openxmlformats.org/drawingml/2006/main" noGrp="1"/>
          </p:cNvSpPr>
          <p:nvPr/>
        </p:nvSpPr>
        <p:spPr>
          <a:xfrm xmlns:a="http://schemas.openxmlformats.org/drawingml/2006/main">
            <a:off x="685800" y="3810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C9ACFF"/>
                </a:solidFill>
                <a:latin typeface="Arial"/>
                <a:ea typeface="Arial"/>
                <a:cs typeface="Arial"/>
              </a:defRPr>
            </a:defPPr>
            <a:lvl1pPr>
              <a:defRPr sz="1350" b="1">
                <a:solidFill>
                  <a:srgbClr val="C9ACFF"/>
                </a:solidFill>
                <a:latin typeface="Arial"/>
                <a:ea typeface="Arial"/>
                <a:cs typeface="Arial"/>
              </a:defRPr>
            </a:lvl1pPr>
            <a:lvl2pPr>
              <a:defRPr sz="1350" b="1">
                <a:solidFill>
                  <a:srgbClr val="C9ACFF"/>
                </a:solidFill>
                <a:latin typeface="Arial"/>
                <a:ea typeface="Arial"/>
                <a:cs typeface="Arial"/>
              </a:defRPr>
            </a:lvl2pPr>
            <a:lvl3pPr>
              <a:defRPr sz="1350" b="1">
                <a:solidFill>
                  <a:srgbClr val="C9ACFF"/>
                </a:solidFill>
                <a:latin typeface="Arial"/>
                <a:ea typeface="Arial"/>
                <a:cs typeface="Arial"/>
              </a:defRPr>
            </a:lvl3pPr>
            <a:lvl4pPr>
              <a:defRPr sz="1350" b="1">
                <a:solidFill>
                  <a:srgbClr val="C9ACFF"/>
                </a:solidFill>
                <a:latin typeface="Arial"/>
                <a:ea typeface="Arial"/>
                <a:cs typeface="Arial"/>
              </a:defRPr>
            </a:lvl4pPr>
            <a:lvl5pPr>
              <a:defRPr sz="1350" b="1">
                <a:solidFill>
                  <a:srgbClr val="C9ACFF"/>
                </a:solidFill>
                <a:latin typeface="Arial"/>
                <a:ea typeface="Arial"/>
                <a:cs typeface="Arial"/>
              </a:defRPr>
            </a:lvl5pPr>
            <a:lvl6pPr>
              <a:defRPr sz="1350" b="1">
                <a:solidFill>
                  <a:srgbClr val="C9ACFF"/>
                </a:solidFill>
                <a:latin typeface="Arial"/>
                <a:ea typeface="Arial"/>
                <a:cs typeface="Arial"/>
              </a:defRPr>
            </a:lvl6pPr>
            <a:lvl7pPr>
              <a:defRPr sz="1350" b="1">
                <a:solidFill>
                  <a:srgbClr val="C9ACFF"/>
                </a:solidFill>
                <a:latin typeface="Arial"/>
                <a:ea typeface="Arial"/>
                <a:cs typeface="Arial"/>
              </a:defRPr>
            </a:lvl7pPr>
            <a:lvl8pPr>
              <a:defRPr sz="1350" b="1">
                <a:solidFill>
                  <a:srgbClr val="C9ACFF"/>
                </a:solidFill>
                <a:latin typeface="Arial"/>
                <a:ea typeface="Arial"/>
                <a:cs typeface="Arial"/>
              </a:defRPr>
            </a:lvl8pPr>
            <a:lvl9pPr>
              <a:defRPr sz="1350" b="1">
                <a:solidFill>
                  <a:srgbClr val="C9ACFF"/>
                </a:solidFill>
                <a:latin typeface="Arial"/>
                <a:ea typeface="Arial"/>
                <a:cs typeface="Arial"/>
              </a:defRPr>
            </a:lvl9pPr>
          </a:lstStyle>
          <a:p xmlns:a="http://schemas.openxmlformats.org/drawingml/2006/main">
            <a:pPr>
              <a:defRPr sz="1350" b="1">
                <a:solidFill>
                  <a:srgbClr val="C9ACFF"/>
                </a:solidFill>
                <a:latin typeface="Arial"/>
                <a:ea typeface="Arial"/>
                <a:cs typeface="Arial"/>
              </a:defRPr>
            </a:pPr>
            <a:r>
              <a:rPr sz="1350" b="1">
                <a:solidFill>
                  <a:srgbClr val="C9ACFF"/>
                </a:solidFill>
                <a:latin typeface="Arial"/>
                <a:ea typeface="Arial"/>
                <a:cs typeface="Arial"/>
              </a:rPr>
              <a:t>AUTHOR GUIDE / REMOVE BEFORE DELIVERY</a:t>
            </a:r>
          </a:p>
        </p:txBody>
      </p:sp>
      <p:sp>
        <p:nvSpPr>
          <p:cNvPr id="2" name="">
            <a:extLst xmlns:a="http://schemas.openxmlformats.org/drawingml/2006/main">
              <a:ext uri="{FF2B5EF4-FFF2-40B4-BE49-F238E27FC236}">
                <a16:creationId xmlns:a16="http://schemas.microsoft.com/office/drawing/2014/main" id="{DC47DE1E-C828-4AE2-A21B-56F5CB645FF1}"/>
              </a:ext>
            </a:extLst>
          </p:cNvPr>
          <p:cNvSpPr>
            <a:spLocks xmlns:a="http://schemas.openxmlformats.org/drawingml/2006/main" noGrp="1"/>
          </p:cNvSpPr>
          <p:nvPr/>
        </p:nvSpPr>
        <p:spPr>
          <a:xfrm xmlns:a="http://schemas.openxmlformats.org/drawingml/2006/main">
            <a:off x="685800" y="10287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FFFFFF"/>
                </a:solidFill>
                <a:latin typeface="Arial"/>
                <a:ea typeface="Arial"/>
                <a:cs typeface="Arial"/>
              </a:defRPr>
            </a:defPPr>
            <a:lvl1pPr>
              <a:defRPr sz="3600" b="1">
                <a:solidFill>
                  <a:srgbClr val="FFFFFF"/>
                </a:solidFill>
                <a:latin typeface="Arial"/>
                <a:ea typeface="Arial"/>
                <a:cs typeface="Arial"/>
              </a:defRPr>
            </a:lvl1pPr>
            <a:lvl2pPr>
              <a:defRPr sz="3600" b="1">
                <a:solidFill>
                  <a:srgbClr val="FFFFFF"/>
                </a:solidFill>
                <a:latin typeface="Arial"/>
                <a:ea typeface="Arial"/>
                <a:cs typeface="Arial"/>
              </a:defRPr>
            </a:lvl2pPr>
            <a:lvl3pPr>
              <a:defRPr sz="3600" b="1">
                <a:solidFill>
                  <a:srgbClr val="FFFFFF"/>
                </a:solidFill>
                <a:latin typeface="Arial"/>
                <a:ea typeface="Arial"/>
                <a:cs typeface="Arial"/>
              </a:defRPr>
            </a:lvl3pPr>
            <a:lvl4pPr>
              <a:defRPr sz="3600" b="1">
                <a:solidFill>
                  <a:srgbClr val="FFFFFF"/>
                </a:solidFill>
                <a:latin typeface="Arial"/>
                <a:ea typeface="Arial"/>
                <a:cs typeface="Arial"/>
              </a:defRPr>
            </a:lvl4pPr>
            <a:lvl5pPr>
              <a:defRPr sz="3600" b="1">
                <a:solidFill>
                  <a:srgbClr val="FFFFFF"/>
                </a:solidFill>
                <a:latin typeface="Arial"/>
                <a:ea typeface="Arial"/>
                <a:cs typeface="Arial"/>
              </a:defRPr>
            </a:lvl5pPr>
            <a:lvl6pPr>
              <a:defRPr sz="3600" b="1">
                <a:solidFill>
                  <a:srgbClr val="FFFFFF"/>
                </a:solidFill>
                <a:latin typeface="Arial"/>
                <a:ea typeface="Arial"/>
                <a:cs typeface="Arial"/>
              </a:defRPr>
            </a:lvl6pPr>
            <a:lvl7pPr>
              <a:defRPr sz="3600" b="1">
                <a:solidFill>
                  <a:srgbClr val="FFFFFF"/>
                </a:solidFill>
                <a:latin typeface="Arial"/>
                <a:ea typeface="Arial"/>
                <a:cs typeface="Arial"/>
              </a:defRPr>
            </a:lvl7pPr>
            <a:lvl8pPr>
              <a:defRPr sz="3600" b="1">
                <a:solidFill>
                  <a:srgbClr val="FFFFFF"/>
                </a:solidFill>
                <a:latin typeface="Arial"/>
                <a:ea typeface="Arial"/>
                <a:cs typeface="Arial"/>
              </a:defRPr>
            </a:lvl8pPr>
            <a:lvl9pPr>
              <a:defRPr sz="3600" b="1">
                <a:solidFill>
                  <a:srgbClr val="FFFFFF"/>
                </a:solidFill>
                <a:latin typeface="Arial"/>
                <a:ea typeface="Arial"/>
                <a:cs typeface="Arial"/>
              </a:defRPr>
            </a:lvl9pPr>
          </a:lstStyle>
          <a:p xmlns:a="http://schemas.openxmlformats.org/drawingml/2006/main">
            <a:pPr>
              <a:defRPr sz="3600" b="1">
                <a:solidFill>
                  <a:srgbClr val="FFFFFF"/>
                </a:solidFill>
                <a:latin typeface="Arial"/>
                <a:ea typeface="Arial"/>
                <a:cs typeface="Arial"/>
              </a:defRPr>
            </a:pPr>
            <a:r>
              <a:rPr sz="3600" b="1">
                <a:solidFill>
                  <a:srgbClr val="FFFFFF"/>
                </a:solidFill>
                <a:latin typeface="Arial"/>
                <a:ea typeface="Arial"/>
                <a:cs typeface="Arial"/>
              </a:rPr>
              <a:t>A reusable content storyboard</a:t>
            </a:r>
          </a:p>
        </p:txBody>
      </p:sp>
      <p:sp>
        <p:nvSpPr>
          <p:cNvPr id="3" name="">
            <a:extLst xmlns:a="http://schemas.openxmlformats.org/drawingml/2006/main">
              <a:ext uri="{FF2B5EF4-FFF2-40B4-BE49-F238E27FC236}">
                <a16:creationId xmlns:a16="http://schemas.microsoft.com/office/drawing/2014/main" id="{981ED27F-15B3-4A3F-BB81-66DE7DD12D1A}"/>
              </a:ext>
            </a:extLst>
          </p:cNvPr>
          <p:cNvSpPr>
            <a:spLocks xmlns:a="http://schemas.openxmlformats.org/drawingml/2006/main" noGrp="1"/>
          </p:cNvSpPr>
          <p:nvPr/>
        </p:nvSpPr>
        <p:spPr>
          <a:xfrm xmlns:a="http://schemas.openxmlformats.org/drawingml/2006/main">
            <a:off x="685800" y="6362700"/>
            <a:ext cx="9906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C9ACFF"/>
                </a:solidFill>
                <a:latin typeface="Arial"/>
                <a:ea typeface="Arial"/>
                <a:cs typeface="Arial"/>
              </a:defRPr>
            </a:defPPr>
            <a:lvl1pPr>
              <a:defRPr sz="1200" b="0">
                <a:solidFill>
                  <a:srgbClr val="C9ACFF"/>
                </a:solidFill>
                <a:latin typeface="Arial"/>
                <a:ea typeface="Arial"/>
                <a:cs typeface="Arial"/>
              </a:defRPr>
            </a:lvl1pPr>
            <a:lvl2pPr>
              <a:defRPr sz="1200" b="0">
                <a:solidFill>
                  <a:srgbClr val="C9ACFF"/>
                </a:solidFill>
                <a:latin typeface="Arial"/>
                <a:ea typeface="Arial"/>
                <a:cs typeface="Arial"/>
              </a:defRPr>
            </a:lvl2pPr>
            <a:lvl3pPr>
              <a:defRPr sz="1200" b="0">
                <a:solidFill>
                  <a:srgbClr val="C9ACFF"/>
                </a:solidFill>
                <a:latin typeface="Arial"/>
                <a:ea typeface="Arial"/>
                <a:cs typeface="Arial"/>
              </a:defRPr>
            </a:lvl3pPr>
            <a:lvl4pPr>
              <a:defRPr sz="1200" b="0">
                <a:solidFill>
                  <a:srgbClr val="C9ACFF"/>
                </a:solidFill>
                <a:latin typeface="Arial"/>
                <a:ea typeface="Arial"/>
                <a:cs typeface="Arial"/>
              </a:defRPr>
            </a:lvl4pPr>
            <a:lvl5pPr>
              <a:defRPr sz="1200" b="0">
                <a:solidFill>
                  <a:srgbClr val="C9ACFF"/>
                </a:solidFill>
                <a:latin typeface="Arial"/>
                <a:ea typeface="Arial"/>
                <a:cs typeface="Arial"/>
              </a:defRPr>
            </a:lvl5pPr>
            <a:lvl6pPr>
              <a:defRPr sz="1200" b="0">
                <a:solidFill>
                  <a:srgbClr val="C9ACFF"/>
                </a:solidFill>
                <a:latin typeface="Arial"/>
                <a:ea typeface="Arial"/>
                <a:cs typeface="Arial"/>
              </a:defRPr>
            </a:lvl6pPr>
            <a:lvl7pPr>
              <a:defRPr sz="1200" b="0">
                <a:solidFill>
                  <a:srgbClr val="C9ACFF"/>
                </a:solidFill>
                <a:latin typeface="Arial"/>
                <a:ea typeface="Arial"/>
                <a:cs typeface="Arial"/>
              </a:defRPr>
            </a:lvl7pPr>
            <a:lvl8pPr>
              <a:defRPr sz="1200" b="0">
                <a:solidFill>
                  <a:srgbClr val="C9ACFF"/>
                </a:solidFill>
                <a:latin typeface="Arial"/>
                <a:ea typeface="Arial"/>
                <a:cs typeface="Arial"/>
              </a:defRPr>
            </a:lvl8pPr>
            <a:lvl9pPr>
              <a:defRPr sz="1200" b="0">
                <a:solidFill>
                  <a:srgbClr val="C9ACFF"/>
                </a:solidFill>
                <a:latin typeface="Arial"/>
                <a:ea typeface="Arial"/>
                <a:cs typeface="Arial"/>
              </a:defRPr>
            </a:lvl9pPr>
          </a:lstStyle>
          <a:p xmlns:a="http://schemas.openxmlformats.org/drawingml/2006/main">
            <a:pPr>
              <a:defRPr sz="1200" b="0">
                <a:solidFill>
                  <a:srgbClr val="C9ACFF"/>
                </a:solidFill>
                <a:latin typeface="Arial"/>
                <a:ea typeface="Arial"/>
                <a:cs typeface="Arial"/>
              </a:defRPr>
            </a:pPr>
            <a:r>
              <a:rPr sz="1200" b="0">
                <a:solidFill>
                  <a:srgbClr val="C9ACFF"/>
                </a:solidFill>
                <a:latin typeface="Arial"/>
                <a:ea typeface="Arial"/>
                <a:cs typeface="Arial"/>
              </a:rPr>
              <a:t>Motif Path  /  Content presentation template</a:t>
            </a:r>
          </a:p>
        </p:txBody>
      </p:sp>
      <p:sp>
        <p:nvSpPr>
          <p:cNvPr id="4" name="">
            <a:extLst xmlns:a="http://schemas.openxmlformats.org/drawingml/2006/main">
              <a:ext uri="{FF2B5EF4-FFF2-40B4-BE49-F238E27FC236}">
                <a16:creationId xmlns:a16="http://schemas.microsoft.com/office/drawing/2014/main" id="{04FEB85B-E636-4E0A-8404-12843FFA7DC3}"/>
              </a:ext>
            </a:extLst>
          </p:cNvPr>
          <p:cNvSpPr>
            <a:spLocks xmlns:a="http://schemas.openxmlformats.org/drawingml/2006/main" noGrp="1"/>
          </p:cNvSpPr>
          <p:nvPr/>
        </p:nvSpPr>
        <p:spPr>
          <a:xfrm xmlns:a="http://schemas.openxmlformats.org/drawingml/2006/main">
            <a:off x="109537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C9ACFF"/>
                </a:solidFill>
                <a:latin typeface="Arial"/>
                <a:ea typeface="Arial"/>
                <a:cs typeface="Arial"/>
              </a:defRPr>
            </a:defPPr>
            <a:lvl1pPr>
              <a:defRPr sz="1200" b="0">
                <a:solidFill>
                  <a:srgbClr val="C9ACFF"/>
                </a:solidFill>
                <a:latin typeface="Arial"/>
                <a:ea typeface="Arial"/>
                <a:cs typeface="Arial"/>
              </a:defRPr>
            </a:lvl1pPr>
            <a:lvl2pPr>
              <a:defRPr sz="1200" b="0">
                <a:solidFill>
                  <a:srgbClr val="C9ACFF"/>
                </a:solidFill>
                <a:latin typeface="Arial"/>
                <a:ea typeface="Arial"/>
                <a:cs typeface="Arial"/>
              </a:defRPr>
            </a:lvl2pPr>
            <a:lvl3pPr>
              <a:defRPr sz="1200" b="0">
                <a:solidFill>
                  <a:srgbClr val="C9ACFF"/>
                </a:solidFill>
                <a:latin typeface="Arial"/>
                <a:ea typeface="Arial"/>
                <a:cs typeface="Arial"/>
              </a:defRPr>
            </a:lvl3pPr>
            <a:lvl4pPr>
              <a:defRPr sz="1200" b="0">
                <a:solidFill>
                  <a:srgbClr val="C9ACFF"/>
                </a:solidFill>
                <a:latin typeface="Arial"/>
                <a:ea typeface="Arial"/>
                <a:cs typeface="Arial"/>
              </a:defRPr>
            </a:lvl4pPr>
            <a:lvl5pPr>
              <a:defRPr sz="1200" b="0">
                <a:solidFill>
                  <a:srgbClr val="C9ACFF"/>
                </a:solidFill>
                <a:latin typeface="Arial"/>
                <a:ea typeface="Arial"/>
                <a:cs typeface="Arial"/>
              </a:defRPr>
            </a:lvl5pPr>
            <a:lvl6pPr>
              <a:defRPr sz="1200" b="0">
                <a:solidFill>
                  <a:srgbClr val="C9ACFF"/>
                </a:solidFill>
                <a:latin typeface="Arial"/>
                <a:ea typeface="Arial"/>
                <a:cs typeface="Arial"/>
              </a:defRPr>
            </a:lvl6pPr>
            <a:lvl7pPr>
              <a:defRPr sz="1200" b="0">
                <a:solidFill>
                  <a:srgbClr val="C9ACFF"/>
                </a:solidFill>
                <a:latin typeface="Arial"/>
                <a:ea typeface="Arial"/>
                <a:cs typeface="Arial"/>
              </a:defRPr>
            </a:lvl7pPr>
            <a:lvl8pPr>
              <a:defRPr sz="1200" b="0">
                <a:solidFill>
                  <a:srgbClr val="C9ACFF"/>
                </a:solidFill>
                <a:latin typeface="Arial"/>
                <a:ea typeface="Arial"/>
                <a:cs typeface="Arial"/>
              </a:defRPr>
            </a:lvl8pPr>
            <a:lvl9pPr>
              <a:defRPr sz="1200" b="0">
                <a:solidFill>
                  <a:srgbClr val="C9ACFF"/>
                </a:solidFill>
                <a:latin typeface="Arial"/>
                <a:ea typeface="Arial"/>
                <a:cs typeface="Arial"/>
              </a:defRPr>
            </a:lvl9pPr>
          </a:lstStyle>
          <a:p xmlns:a="http://schemas.openxmlformats.org/drawingml/2006/main">
            <a:pPr>
              <a:defRPr sz="1200" b="0">
                <a:solidFill>
                  <a:srgbClr val="C9ACFF"/>
                </a:solidFill>
                <a:latin typeface="Arial"/>
                <a:ea typeface="Arial"/>
                <a:cs typeface="Arial"/>
              </a:defRPr>
            </a:pPr>
            <a:r>
              <a:rPr sz="1200" b="0">
                <a:solidFill>
                  <a:srgbClr val="C9ACFF"/>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B9BC7759-EDF3-4C4E-8B97-16123D78F843}"/>
              </a:ext>
            </a:extLst>
          </p:cNvPr>
          <p:cNvSpPr>
            <a:spLocks xmlns:a="http://schemas.openxmlformats.org/drawingml/2006/main" noGrp="1"/>
          </p:cNvSpPr>
          <p:nvPr/>
        </p:nvSpPr>
        <p:spPr>
          <a:xfrm xmlns:a="http://schemas.openxmlformats.org/drawingml/2006/main">
            <a:off x="685800" y="2428875"/>
            <a:ext cx="1028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FFFFFF"/>
                </a:solidFill>
                <a:latin typeface="Arial"/>
                <a:ea typeface="Arial"/>
                <a:cs typeface="Arial"/>
              </a:defRPr>
            </a:defPPr>
            <a:lvl1pPr>
              <a:defRPr sz="3000" b="1">
                <a:solidFill>
                  <a:srgbClr val="FFFFFF"/>
                </a:solidFill>
                <a:latin typeface="Arial"/>
                <a:ea typeface="Arial"/>
                <a:cs typeface="Arial"/>
              </a:defRPr>
            </a:lvl1pPr>
            <a:lvl2pPr>
              <a:defRPr sz="3000" b="1">
                <a:solidFill>
                  <a:srgbClr val="FFFFFF"/>
                </a:solidFill>
                <a:latin typeface="Arial"/>
                <a:ea typeface="Arial"/>
                <a:cs typeface="Arial"/>
              </a:defRPr>
            </a:lvl2pPr>
            <a:lvl3pPr>
              <a:defRPr sz="3000" b="1">
                <a:solidFill>
                  <a:srgbClr val="FFFFFF"/>
                </a:solidFill>
                <a:latin typeface="Arial"/>
                <a:ea typeface="Arial"/>
                <a:cs typeface="Arial"/>
              </a:defRPr>
            </a:lvl3pPr>
            <a:lvl4pPr>
              <a:defRPr sz="3000" b="1">
                <a:solidFill>
                  <a:srgbClr val="FFFFFF"/>
                </a:solidFill>
                <a:latin typeface="Arial"/>
                <a:ea typeface="Arial"/>
                <a:cs typeface="Arial"/>
              </a:defRPr>
            </a:lvl4pPr>
            <a:lvl5pPr>
              <a:defRPr sz="3000" b="1">
                <a:solidFill>
                  <a:srgbClr val="FFFFFF"/>
                </a:solidFill>
                <a:latin typeface="Arial"/>
                <a:ea typeface="Arial"/>
                <a:cs typeface="Arial"/>
              </a:defRPr>
            </a:lvl5pPr>
            <a:lvl6pPr>
              <a:defRPr sz="3000" b="1">
                <a:solidFill>
                  <a:srgbClr val="FFFFFF"/>
                </a:solidFill>
                <a:latin typeface="Arial"/>
                <a:ea typeface="Arial"/>
                <a:cs typeface="Arial"/>
              </a:defRPr>
            </a:lvl6pPr>
            <a:lvl7pPr>
              <a:defRPr sz="3000" b="1">
                <a:solidFill>
                  <a:srgbClr val="FFFFFF"/>
                </a:solidFill>
                <a:latin typeface="Arial"/>
                <a:ea typeface="Arial"/>
                <a:cs typeface="Arial"/>
              </a:defRPr>
            </a:lvl7pPr>
            <a:lvl8pPr>
              <a:defRPr sz="3000" b="1">
                <a:solidFill>
                  <a:srgbClr val="FFFFFF"/>
                </a:solidFill>
                <a:latin typeface="Arial"/>
                <a:ea typeface="Arial"/>
                <a:cs typeface="Arial"/>
              </a:defRPr>
            </a:lvl8pPr>
            <a:lvl9pPr>
              <a:defRPr sz="3000" b="1">
                <a:solidFill>
                  <a:srgbClr val="FFFFFF"/>
                </a:solidFill>
                <a:latin typeface="Arial"/>
                <a:ea typeface="Arial"/>
                <a:cs typeface="Arial"/>
              </a:defRPr>
            </a:lvl9pPr>
          </a:lstStyle>
          <a:p xmlns:a="http://schemas.openxmlformats.org/drawingml/2006/main">
            <a:pPr>
              <a:defRPr sz="3000" b="1">
                <a:solidFill>
                  <a:srgbClr val="FFFFFF"/>
                </a:solidFill>
                <a:latin typeface="Arial"/>
                <a:ea typeface="Arial"/>
                <a:cs typeface="Arial"/>
              </a:defRPr>
            </a:pPr>
            <a:r>
              <a:rPr sz="3000" b="1">
                <a:solidFill>
                  <a:srgbClr val="FFFFFF"/>
                </a:solidFill>
                <a:latin typeface="Arial"/>
                <a:ea typeface="Arial"/>
                <a:cs typeface="Arial"/>
              </a:rPr>
              <a:t>One musical outcome per unit</a:t>
            </a:r>
          </a:p>
        </p:txBody>
      </p:sp>
      <p:sp>
        <p:nvSpPr>
          <p:cNvPr id="6" name="">
            <a:extLst xmlns:a="http://schemas.openxmlformats.org/drawingml/2006/main">
              <a:ext uri="{FF2B5EF4-FFF2-40B4-BE49-F238E27FC236}">
                <a16:creationId xmlns:a16="http://schemas.microsoft.com/office/drawing/2014/main" id="{F7014082-5D40-4C52-9A47-42B3CF8BD05A}"/>
              </a:ext>
            </a:extLst>
          </p:cNvPr>
          <p:cNvSpPr>
            <a:spLocks xmlns:a="http://schemas.openxmlformats.org/drawingml/2006/main" noGrp="1"/>
          </p:cNvSpPr>
          <p:nvPr/>
        </p:nvSpPr>
        <p:spPr>
          <a:xfrm xmlns:a="http://schemas.openxmlformats.org/drawingml/2006/main">
            <a:off x="685800" y="3333750"/>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FFFFF"/>
                </a:solidFill>
                <a:latin typeface="Arial"/>
                <a:ea typeface="Arial"/>
                <a:cs typeface="Arial"/>
              </a:defRPr>
            </a:defPPr>
            <a:lvl1pPr>
              <a:defRPr sz="2250" b="0">
                <a:solidFill>
                  <a:srgbClr val="FFFFFF"/>
                </a:solidFill>
                <a:latin typeface="Arial"/>
                <a:ea typeface="Arial"/>
                <a:cs typeface="Arial"/>
              </a:defRPr>
            </a:lvl1pPr>
            <a:lvl2pPr>
              <a:defRPr sz="2250" b="0">
                <a:solidFill>
                  <a:srgbClr val="FFFFFF"/>
                </a:solidFill>
                <a:latin typeface="Arial"/>
                <a:ea typeface="Arial"/>
                <a:cs typeface="Arial"/>
              </a:defRPr>
            </a:lvl2pPr>
            <a:lvl3pPr>
              <a:defRPr sz="2250" b="0">
                <a:solidFill>
                  <a:srgbClr val="FFFFFF"/>
                </a:solidFill>
                <a:latin typeface="Arial"/>
                <a:ea typeface="Arial"/>
                <a:cs typeface="Arial"/>
              </a:defRPr>
            </a:lvl3pPr>
            <a:lvl4pPr>
              <a:defRPr sz="2250" b="0">
                <a:solidFill>
                  <a:srgbClr val="FFFFFF"/>
                </a:solidFill>
                <a:latin typeface="Arial"/>
                <a:ea typeface="Arial"/>
                <a:cs typeface="Arial"/>
              </a:defRPr>
            </a:lvl4pPr>
            <a:lvl5pPr>
              <a:defRPr sz="2250" b="0">
                <a:solidFill>
                  <a:srgbClr val="FFFFFF"/>
                </a:solidFill>
                <a:latin typeface="Arial"/>
                <a:ea typeface="Arial"/>
                <a:cs typeface="Arial"/>
              </a:defRPr>
            </a:lvl5pPr>
            <a:lvl6pPr>
              <a:defRPr sz="2250" b="0">
                <a:solidFill>
                  <a:srgbClr val="FFFFFF"/>
                </a:solidFill>
                <a:latin typeface="Arial"/>
                <a:ea typeface="Arial"/>
                <a:cs typeface="Arial"/>
              </a:defRPr>
            </a:lvl6pPr>
            <a:lvl7pPr>
              <a:defRPr sz="2250" b="0">
                <a:solidFill>
                  <a:srgbClr val="FFFFFF"/>
                </a:solidFill>
                <a:latin typeface="Arial"/>
                <a:ea typeface="Arial"/>
                <a:cs typeface="Arial"/>
              </a:defRPr>
            </a:lvl7pPr>
            <a:lvl8pPr>
              <a:defRPr sz="2250" b="0">
                <a:solidFill>
                  <a:srgbClr val="FFFFFF"/>
                </a:solidFill>
                <a:latin typeface="Arial"/>
                <a:ea typeface="Arial"/>
                <a:cs typeface="Arial"/>
              </a:defRPr>
            </a:lvl8pPr>
            <a:lvl9pPr>
              <a:defRPr sz="2250" b="0">
                <a:solidFill>
                  <a:srgbClr val="FFFFFF"/>
                </a:solidFill>
                <a:latin typeface="Arial"/>
                <a:ea typeface="Arial"/>
                <a:cs typeface="Arial"/>
              </a:defRPr>
            </a:lvl9pPr>
          </a:lstStyle>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Plan the brief. Produce the draft. Check the evidence.</a:t>
            </a:r>
          </a:p>
          <a:p xmlns:a="http://schemas.openxmlformats.org/drawingml/2006/main">
            <a:pPr>
              <a:defRPr sz="2250" b="0">
                <a:solidFill>
                  <a:srgbClr val="FFFFFF"/>
                </a:solidFill>
                <a:latin typeface="Arial"/>
                <a:ea typeface="Arial"/>
                <a:cs typeface="Arial"/>
              </a:defRPr>
            </a:pPr>
            <a:r>
              <a:rPr sz="2250" b="0">
                <a:solidFill>
                  <a:srgbClr val="FFFFFF"/>
                </a:solidFill>
                <a:latin typeface="Arial"/>
                <a:ea typeface="Arial"/>
                <a:cs typeface="Arial"/>
              </a:rPr>
              <a:t>Act on findings and record the next revision.</a:t>
            </a:r>
          </a:p>
        </p:txBody>
      </p:sp>
      <p:sp>
        <p:nvSpPr>
          <p:cNvPr id="7" name="">
            <a:extLst xmlns:a="http://schemas.openxmlformats.org/drawingml/2006/main">
              <a:ext uri="{FF2B5EF4-FFF2-40B4-BE49-F238E27FC236}">
                <a16:creationId xmlns:a16="http://schemas.microsoft.com/office/drawing/2014/main" id="{89B534CF-6156-4156-8D8E-C26A5698311C}"/>
              </a:ext>
            </a:extLst>
          </p:cNvPr>
          <p:cNvSpPr>
            <a:spLocks xmlns:a="http://schemas.openxmlformats.org/drawingml/2006/main" noGrp="1"/>
          </p:cNvSpPr>
          <p:nvPr/>
        </p:nvSpPr>
        <p:spPr>
          <a:xfrm xmlns:a="http://schemas.openxmlformats.org/drawingml/2006/main">
            <a:off x="685800" y="5048250"/>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C9ACFF"/>
                </a:solidFill>
                <a:latin typeface="Arial"/>
                <a:ea typeface="Arial"/>
                <a:cs typeface="Arial"/>
              </a:defRPr>
            </a:defPPr>
            <a:lvl1pPr>
              <a:defRPr sz="1875" b="0">
                <a:solidFill>
                  <a:srgbClr val="C9ACFF"/>
                </a:solidFill>
                <a:latin typeface="Arial"/>
                <a:ea typeface="Arial"/>
                <a:cs typeface="Arial"/>
              </a:defRPr>
            </a:lvl1pPr>
            <a:lvl2pPr>
              <a:defRPr sz="1875" b="0">
                <a:solidFill>
                  <a:srgbClr val="C9ACFF"/>
                </a:solidFill>
                <a:latin typeface="Arial"/>
                <a:ea typeface="Arial"/>
                <a:cs typeface="Arial"/>
              </a:defRPr>
            </a:lvl2pPr>
            <a:lvl3pPr>
              <a:defRPr sz="1875" b="0">
                <a:solidFill>
                  <a:srgbClr val="C9ACFF"/>
                </a:solidFill>
                <a:latin typeface="Arial"/>
                <a:ea typeface="Arial"/>
                <a:cs typeface="Arial"/>
              </a:defRPr>
            </a:lvl3pPr>
            <a:lvl4pPr>
              <a:defRPr sz="1875" b="0">
                <a:solidFill>
                  <a:srgbClr val="C9ACFF"/>
                </a:solidFill>
                <a:latin typeface="Arial"/>
                <a:ea typeface="Arial"/>
                <a:cs typeface="Arial"/>
              </a:defRPr>
            </a:lvl4pPr>
            <a:lvl5pPr>
              <a:defRPr sz="1875" b="0">
                <a:solidFill>
                  <a:srgbClr val="C9ACFF"/>
                </a:solidFill>
                <a:latin typeface="Arial"/>
                <a:ea typeface="Arial"/>
                <a:cs typeface="Arial"/>
              </a:defRPr>
            </a:lvl5pPr>
            <a:lvl6pPr>
              <a:defRPr sz="1875" b="0">
                <a:solidFill>
                  <a:srgbClr val="C9ACFF"/>
                </a:solidFill>
                <a:latin typeface="Arial"/>
                <a:ea typeface="Arial"/>
                <a:cs typeface="Arial"/>
              </a:defRPr>
            </a:lvl6pPr>
            <a:lvl7pPr>
              <a:defRPr sz="1875" b="0">
                <a:solidFill>
                  <a:srgbClr val="C9ACFF"/>
                </a:solidFill>
                <a:latin typeface="Arial"/>
                <a:ea typeface="Arial"/>
                <a:cs typeface="Arial"/>
              </a:defRPr>
            </a:lvl7pPr>
            <a:lvl8pPr>
              <a:defRPr sz="1875" b="0">
                <a:solidFill>
                  <a:srgbClr val="C9ACFF"/>
                </a:solidFill>
                <a:latin typeface="Arial"/>
                <a:ea typeface="Arial"/>
                <a:cs typeface="Arial"/>
              </a:defRPr>
            </a:lvl8pPr>
            <a:lvl9pPr>
              <a:defRPr sz="1875" b="0">
                <a:solidFill>
                  <a:srgbClr val="C9ACFF"/>
                </a:solidFill>
                <a:latin typeface="Arial"/>
                <a:ea typeface="Arial"/>
                <a:cs typeface="Arial"/>
              </a:defRPr>
            </a:lvl9pPr>
          </a:lstStyle>
          <a:p xmlns:a="http://schemas.openxmlformats.org/drawingml/2006/main">
            <a:pPr>
              <a:defRPr sz="1875" b="0">
                <a:solidFill>
                  <a:srgbClr val="C9ACFF"/>
                </a:solidFill>
                <a:latin typeface="Arial"/>
                <a:ea typeface="Arial"/>
                <a:cs typeface="Arial"/>
              </a:defRPr>
            </a:pPr>
            <a:r>
              <a:rPr sz="1875" b="0">
                <a:solidFill>
                  <a:srgbClr val="C9ACFF"/>
                </a:solidFill>
                <a:latin typeface="Arial"/>
                <a:ea typeface="Arial"/>
                <a:cs typeface="Arial"/>
              </a:rPr>
              <a:t>Layouts 3–8 serve learners. Pages 1, 2, 9 and 10 serve authors.</a:t>
            </a:r>
          </a:p>
          <a:p xmlns:a="http://schemas.openxmlformats.org/drawingml/2006/main">
            <a:pPr>
              <a:defRPr sz="1875" b="0">
                <a:solidFill>
                  <a:srgbClr val="C9ACFF"/>
                </a:solidFill>
                <a:latin typeface="Arial"/>
                <a:ea typeface="Arial"/>
                <a:cs typeface="Arial"/>
              </a:defRPr>
            </a:pPr>
            <a:r>
              <a:rPr sz="1875" b="0">
                <a:solidFill>
                  <a:srgbClr val="C9ACFF"/>
                </a:solidFill>
                <a:latin typeface="Arial"/>
                <a:ea typeface="Arial"/>
                <a:cs typeface="Arial"/>
              </a:rPr>
              <a:t>Duplicate layouts as needed and replace all bracketed prompts.</a:t>
            </a:r>
          </a:p>
        </p:txBody>
      </p:sp>
    </p:spTree>
    <p:extLst>
      <p:ext uri="{BB962C8B-B14F-4D97-AF65-F5344CB8AC3E}">
        <p14:creationId xmlns:p14="http://schemas.microsoft.com/office/powerpoint/2010/main" val="1621404906"/>
      </p:ext>
    </p:extLst>
  </p:cSld>
</p:sld>
</file>

<file path=ppt/slides/slide2.xml><?xml version="1.0" encoding="utf-8"?>
<p:sld xmlns:p="http://schemas.openxmlformats.org/presentationml/2006/main">
  <p:cSld>
    <p:bg>
      <p:bgPr>
        <a:solidFill xmlns:a="http://schemas.openxmlformats.org/drawingml/2006/main">
          <a:srgbClr val="FBFA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14EDC3B-3250-45A5-9401-4DF0A709D344}"/>
              </a:ext>
            </a:extLst>
          </p:cNvPr>
          <p:cNvSpPr>
            <a:spLocks xmlns:a="http://schemas.openxmlformats.org/drawingml/2006/main" noGrp="1"/>
          </p:cNvSpPr>
          <p:nvPr/>
        </p:nvSpPr>
        <p:spPr>
          <a:xfrm xmlns:a="http://schemas.openxmlformats.org/drawingml/2006/main">
            <a:off x="685800" y="3810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6D28E0"/>
                </a:solidFill>
                <a:latin typeface="Arial"/>
                <a:ea typeface="Arial"/>
                <a:cs typeface="Arial"/>
              </a:defRPr>
            </a:defPPr>
            <a:lvl1pPr>
              <a:defRPr sz="1350" b="1">
                <a:solidFill>
                  <a:srgbClr val="6D28E0"/>
                </a:solidFill>
                <a:latin typeface="Arial"/>
                <a:ea typeface="Arial"/>
                <a:cs typeface="Arial"/>
              </a:defRPr>
            </a:lvl1pPr>
            <a:lvl2pPr>
              <a:defRPr sz="1350" b="1">
                <a:solidFill>
                  <a:srgbClr val="6D28E0"/>
                </a:solidFill>
                <a:latin typeface="Arial"/>
                <a:ea typeface="Arial"/>
                <a:cs typeface="Arial"/>
              </a:defRPr>
            </a:lvl2pPr>
            <a:lvl3pPr>
              <a:defRPr sz="1350" b="1">
                <a:solidFill>
                  <a:srgbClr val="6D28E0"/>
                </a:solidFill>
                <a:latin typeface="Arial"/>
                <a:ea typeface="Arial"/>
                <a:cs typeface="Arial"/>
              </a:defRPr>
            </a:lvl3pPr>
            <a:lvl4pPr>
              <a:defRPr sz="1350" b="1">
                <a:solidFill>
                  <a:srgbClr val="6D28E0"/>
                </a:solidFill>
                <a:latin typeface="Arial"/>
                <a:ea typeface="Arial"/>
                <a:cs typeface="Arial"/>
              </a:defRPr>
            </a:lvl4pPr>
            <a:lvl5pPr>
              <a:defRPr sz="1350" b="1">
                <a:solidFill>
                  <a:srgbClr val="6D28E0"/>
                </a:solidFill>
                <a:latin typeface="Arial"/>
                <a:ea typeface="Arial"/>
                <a:cs typeface="Arial"/>
              </a:defRPr>
            </a:lvl5pPr>
            <a:lvl6pPr>
              <a:defRPr sz="1350" b="1">
                <a:solidFill>
                  <a:srgbClr val="6D28E0"/>
                </a:solidFill>
                <a:latin typeface="Arial"/>
                <a:ea typeface="Arial"/>
                <a:cs typeface="Arial"/>
              </a:defRPr>
            </a:lvl6pPr>
            <a:lvl7pPr>
              <a:defRPr sz="1350" b="1">
                <a:solidFill>
                  <a:srgbClr val="6D28E0"/>
                </a:solidFill>
                <a:latin typeface="Arial"/>
                <a:ea typeface="Arial"/>
                <a:cs typeface="Arial"/>
              </a:defRPr>
            </a:lvl7pPr>
            <a:lvl8pPr>
              <a:defRPr sz="1350" b="1">
                <a:solidFill>
                  <a:srgbClr val="6D28E0"/>
                </a:solidFill>
                <a:latin typeface="Arial"/>
                <a:ea typeface="Arial"/>
                <a:cs typeface="Arial"/>
              </a:defRPr>
            </a:lvl8pPr>
            <a:lvl9pPr>
              <a:defRPr sz="1350" b="1">
                <a:solidFill>
                  <a:srgbClr val="6D28E0"/>
                </a:solidFill>
                <a:latin typeface="Arial"/>
                <a:ea typeface="Arial"/>
                <a:cs typeface="Arial"/>
              </a:defRPr>
            </a:lvl9pPr>
          </a:lstStyle>
          <a:p xmlns:a="http://schemas.openxmlformats.org/drawingml/2006/main">
            <a:pPr>
              <a:defRPr sz="1350" b="1">
                <a:solidFill>
                  <a:srgbClr val="6D28E0"/>
                </a:solidFill>
                <a:latin typeface="Arial"/>
                <a:ea typeface="Arial"/>
                <a:cs typeface="Arial"/>
              </a:defRPr>
            </a:pPr>
            <a:r>
              <a:rPr sz="1350" b="1">
                <a:solidFill>
                  <a:srgbClr val="6D28E0"/>
                </a:solidFill>
                <a:latin typeface="Arial"/>
                <a:ea typeface="Arial"/>
                <a:cs typeface="Arial"/>
              </a:rPr>
              <a:t>PLAN / AUTHOR PAGE</a:t>
            </a:r>
          </a:p>
        </p:txBody>
      </p:sp>
      <p:sp>
        <p:nvSpPr>
          <p:cNvPr id="2" name="">
            <a:extLst xmlns:a="http://schemas.openxmlformats.org/drawingml/2006/main">
              <a:ext uri="{FF2B5EF4-FFF2-40B4-BE49-F238E27FC236}">
                <a16:creationId xmlns:a16="http://schemas.microsoft.com/office/drawing/2014/main" id="{73402846-90D5-43FB-9C68-F6B20977A79F}"/>
              </a:ext>
            </a:extLst>
          </p:cNvPr>
          <p:cNvSpPr>
            <a:spLocks xmlns:a="http://schemas.openxmlformats.org/drawingml/2006/main" noGrp="1"/>
          </p:cNvSpPr>
          <p:nvPr/>
        </p:nvSpPr>
        <p:spPr>
          <a:xfrm xmlns:a="http://schemas.openxmlformats.org/drawingml/2006/main">
            <a:off x="685800" y="10287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A1633"/>
                </a:solidFill>
                <a:latin typeface="Arial"/>
                <a:ea typeface="Arial"/>
                <a:cs typeface="Arial"/>
              </a:defRPr>
            </a:defPPr>
            <a:lvl1pPr>
              <a:defRPr sz="3600" b="1">
                <a:solidFill>
                  <a:srgbClr val="1A1633"/>
                </a:solidFill>
                <a:latin typeface="Arial"/>
                <a:ea typeface="Arial"/>
                <a:cs typeface="Arial"/>
              </a:defRPr>
            </a:lvl1pPr>
            <a:lvl2pPr>
              <a:defRPr sz="3600" b="1">
                <a:solidFill>
                  <a:srgbClr val="1A1633"/>
                </a:solidFill>
                <a:latin typeface="Arial"/>
                <a:ea typeface="Arial"/>
                <a:cs typeface="Arial"/>
              </a:defRPr>
            </a:lvl2pPr>
            <a:lvl3pPr>
              <a:defRPr sz="3600" b="1">
                <a:solidFill>
                  <a:srgbClr val="1A1633"/>
                </a:solidFill>
                <a:latin typeface="Arial"/>
                <a:ea typeface="Arial"/>
                <a:cs typeface="Arial"/>
              </a:defRPr>
            </a:lvl3pPr>
            <a:lvl4pPr>
              <a:defRPr sz="3600" b="1">
                <a:solidFill>
                  <a:srgbClr val="1A1633"/>
                </a:solidFill>
                <a:latin typeface="Arial"/>
                <a:ea typeface="Arial"/>
                <a:cs typeface="Arial"/>
              </a:defRPr>
            </a:lvl4pPr>
            <a:lvl5pPr>
              <a:defRPr sz="3600" b="1">
                <a:solidFill>
                  <a:srgbClr val="1A1633"/>
                </a:solidFill>
                <a:latin typeface="Arial"/>
                <a:ea typeface="Arial"/>
                <a:cs typeface="Arial"/>
              </a:defRPr>
            </a:lvl5pPr>
            <a:lvl6pPr>
              <a:defRPr sz="3600" b="1">
                <a:solidFill>
                  <a:srgbClr val="1A1633"/>
                </a:solidFill>
                <a:latin typeface="Arial"/>
                <a:ea typeface="Arial"/>
                <a:cs typeface="Arial"/>
              </a:defRPr>
            </a:lvl6pPr>
            <a:lvl7pPr>
              <a:defRPr sz="3600" b="1">
                <a:solidFill>
                  <a:srgbClr val="1A1633"/>
                </a:solidFill>
                <a:latin typeface="Arial"/>
                <a:ea typeface="Arial"/>
                <a:cs typeface="Arial"/>
              </a:defRPr>
            </a:lvl7pPr>
            <a:lvl8pPr>
              <a:defRPr sz="3600" b="1">
                <a:solidFill>
                  <a:srgbClr val="1A1633"/>
                </a:solidFill>
                <a:latin typeface="Arial"/>
                <a:ea typeface="Arial"/>
                <a:cs typeface="Arial"/>
              </a:defRPr>
            </a:lvl8pPr>
            <a:lvl9pPr>
              <a:defRPr sz="3600" b="1">
                <a:solidFill>
                  <a:srgbClr val="1A1633"/>
                </a:solidFill>
                <a:latin typeface="Arial"/>
                <a:ea typeface="Arial"/>
                <a:cs typeface="Arial"/>
              </a:defRPr>
            </a:lvl9pPr>
          </a:lstStyle>
          <a:p xmlns:a="http://schemas.openxmlformats.org/drawingml/2006/main">
            <a:pPr>
              <a:defRPr sz="3600" b="1">
                <a:solidFill>
                  <a:srgbClr val="1A1633"/>
                </a:solidFill>
                <a:latin typeface="Arial"/>
                <a:ea typeface="Arial"/>
                <a:cs typeface="Arial"/>
              </a:defRPr>
            </a:pPr>
            <a:r>
              <a:rPr sz="3600" b="1">
                <a:solidFill>
                  <a:srgbClr val="1A1633"/>
                </a:solidFill>
                <a:latin typeface="Arial"/>
                <a:ea typeface="Arial"/>
                <a:cs typeface="Arial"/>
              </a:rPr>
              <a:t>Production brief</a:t>
            </a:r>
          </a:p>
        </p:txBody>
      </p:sp>
      <p:sp>
        <p:nvSpPr>
          <p:cNvPr id="3" name="">
            <a:extLst xmlns:a="http://schemas.openxmlformats.org/drawingml/2006/main">
              <a:ext uri="{FF2B5EF4-FFF2-40B4-BE49-F238E27FC236}">
                <a16:creationId xmlns:a16="http://schemas.microsoft.com/office/drawing/2014/main" id="{26E12E36-1F54-494F-A208-1CCD2A9EE561}"/>
              </a:ext>
            </a:extLst>
          </p:cNvPr>
          <p:cNvSpPr>
            <a:spLocks xmlns:a="http://schemas.openxmlformats.org/drawingml/2006/main" noGrp="1"/>
          </p:cNvSpPr>
          <p:nvPr/>
        </p:nvSpPr>
        <p:spPr>
          <a:xfrm xmlns:a="http://schemas.openxmlformats.org/drawingml/2006/main">
            <a:off x="685800" y="6362700"/>
            <a:ext cx="9906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5470"/>
                </a:solidFill>
                <a:latin typeface="Arial"/>
                <a:ea typeface="Arial"/>
                <a:cs typeface="Arial"/>
              </a:defRPr>
            </a:defPPr>
            <a:lvl1pPr>
              <a:defRPr sz="1200" b="0">
                <a:solidFill>
                  <a:srgbClr val="5B5470"/>
                </a:solidFill>
                <a:latin typeface="Arial"/>
                <a:ea typeface="Arial"/>
                <a:cs typeface="Arial"/>
              </a:defRPr>
            </a:lvl1pPr>
            <a:lvl2pPr>
              <a:defRPr sz="1200" b="0">
                <a:solidFill>
                  <a:srgbClr val="5B5470"/>
                </a:solidFill>
                <a:latin typeface="Arial"/>
                <a:ea typeface="Arial"/>
                <a:cs typeface="Arial"/>
              </a:defRPr>
            </a:lvl2pPr>
            <a:lvl3pPr>
              <a:defRPr sz="1200" b="0">
                <a:solidFill>
                  <a:srgbClr val="5B5470"/>
                </a:solidFill>
                <a:latin typeface="Arial"/>
                <a:ea typeface="Arial"/>
                <a:cs typeface="Arial"/>
              </a:defRPr>
            </a:lvl3pPr>
            <a:lvl4pPr>
              <a:defRPr sz="1200" b="0">
                <a:solidFill>
                  <a:srgbClr val="5B5470"/>
                </a:solidFill>
                <a:latin typeface="Arial"/>
                <a:ea typeface="Arial"/>
                <a:cs typeface="Arial"/>
              </a:defRPr>
            </a:lvl4pPr>
            <a:lvl5pPr>
              <a:defRPr sz="1200" b="0">
                <a:solidFill>
                  <a:srgbClr val="5B5470"/>
                </a:solidFill>
                <a:latin typeface="Arial"/>
                <a:ea typeface="Arial"/>
                <a:cs typeface="Arial"/>
              </a:defRPr>
            </a:lvl5pPr>
            <a:lvl6pPr>
              <a:defRPr sz="1200" b="0">
                <a:solidFill>
                  <a:srgbClr val="5B5470"/>
                </a:solidFill>
                <a:latin typeface="Arial"/>
                <a:ea typeface="Arial"/>
                <a:cs typeface="Arial"/>
              </a:defRPr>
            </a:lvl6pPr>
            <a:lvl7pPr>
              <a:defRPr sz="1200" b="0">
                <a:solidFill>
                  <a:srgbClr val="5B5470"/>
                </a:solidFill>
                <a:latin typeface="Arial"/>
                <a:ea typeface="Arial"/>
                <a:cs typeface="Arial"/>
              </a:defRPr>
            </a:lvl7pPr>
            <a:lvl8pPr>
              <a:defRPr sz="1200" b="0">
                <a:solidFill>
                  <a:srgbClr val="5B5470"/>
                </a:solidFill>
                <a:latin typeface="Arial"/>
                <a:ea typeface="Arial"/>
                <a:cs typeface="Arial"/>
              </a:defRPr>
            </a:lvl8pPr>
            <a:lvl9pPr>
              <a:defRPr sz="1200" b="0">
                <a:solidFill>
                  <a:srgbClr val="5B5470"/>
                </a:solidFill>
                <a:latin typeface="Arial"/>
                <a:ea typeface="Arial"/>
                <a:cs typeface="Arial"/>
              </a:defRPr>
            </a:lvl9pPr>
          </a:lstStyle>
          <a:p xmlns:a="http://schemas.openxmlformats.org/drawingml/2006/main">
            <a:pPr>
              <a:defRPr sz="1200" b="0">
                <a:solidFill>
                  <a:srgbClr val="5B5470"/>
                </a:solidFill>
                <a:latin typeface="Arial"/>
                <a:ea typeface="Arial"/>
                <a:cs typeface="Arial"/>
              </a:defRPr>
            </a:pPr>
            <a:r>
              <a:rPr sz="1200" b="0">
                <a:solidFill>
                  <a:srgbClr val="5B5470"/>
                </a:solidFill>
                <a:latin typeface="Arial"/>
                <a:ea typeface="Arial"/>
                <a:cs typeface="Arial"/>
              </a:rPr>
              <a:t>Motif Path  /  Content presentation template</a:t>
            </a:r>
          </a:p>
        </p:txBody>
      </p:sp>
      <p:sp>
        <p:nvSpPr>
          <p:cNvPr id="4" name="">
            <a:extLst xmlns:a="http://schemas.openxmlformats.org/drawingml/2006/main">
              <a:ext uri="{FF2B5EF4-FFF2-40B4-BE49-F238E27FC236}">
                <a16:creationId xmlns:a16="http://schemas.microsoft.com/office/drawing/2014/main" id="{94AF78A5-DF82-489F-8D3A-D78868316145}"/>
              </a:ext>
            </a:extLst>
          </p:cNvPr>
          <p:cNvSpPr>
            <a:spLocks xmlns:a="http://schemas.openxmlformats.org/drawingml/2006/main" noGrp="1"/>
          </p:cNvSpPr>
          <p:nvPr/>
        </p:nvSpPr>
        <p:spPr>
          <a:xfrm xmlns:a="http://schemas.openxmlformats.org/drawingml/2006/main">
            <a:off x="109537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5470"/>
                </a:solidFill>
                <a:latin typeface="Arial"/>
                <a:ea typeface="Arial"/>
                <a:cs typeface="Arial"/>
              </a:defRPr>
            </a:defPPr>
            <a:lvl1pPr>
              <a:defRPr sz="1200" b="0">
                <a:solidFill>
                  <a:srgbClr val="5B5470"/>
                </a:solidFill>
                <a:latin typeface="Arial"/>
                <a:ea typeface="Arial"/>
                <a:cs typeface="Arial"/>
              </a:defRPr>
            </a:lvl1pPr>
            <a:lvl2pPr>
              <a:defRPr sz="1200" b="0">
                <a:solidFill>
                  <a:srgbClr val="5B5470"/>
                </a:solidFill>
                <a:latin typeface="Arial"/>
                <a:ea typeface="Arial"/>
                <a:cs typeface="Arial"/>
              </a:defRPr>
            </a:lvl2pPr>
            <a:lvl3pPr>
              <a:defRPr sz="1200" b="0">
                <a:solidFill>
                  <a:srgbClr val="5B5470"/>
                </a:solidFill>
                <a:latin typeface="Arial"/>
                <a:ea typeface="Arial"/>
                <a:cs typeface="Arial"/>
              </a:defRPr>
            </a:lvl3pPr>
            <a:lvl4pPr>
              <a:defRPr sz="1200" b="0">
                <a:solidFill>
                  <a:srgbClr val="5B5470"/>
                </a:solidFill>
                <a:latin typeface="Arial"/>
                <a:ea typeface="Arial"/>
                <a:cs typeface="Arial"/>
              </a:defRPr>
            </a:lvl4pPr>
            <a:lvl5pPr>
              <a:defRPr sz="1200" b="0">
                <a:solidFill>
                  <a:srgbClr val="5B5470"/>
                </a:solidFill>
                <a:latin typeface="Arial"/>
                <a:ea typeface="Arial"/>
                <a:cs typeface="Arial"/>
              </a:defRPr>
            </a:lvl5pPr>
            <a:lvl6pPr>
              <a:defRPr sz="1200" b="0">
                <a:solidFill>
                  <a:srgbClr val="5B5470"/>
                </a:solidFill>
                <a:latin typeface="Arial"/>
                <a:ea typeface="Arial"/>
                <a:cs typeface="Arial"/>
              </a:defRPr>
            </a:lvl6pPr>
            <a:lvl7pPr>
              <a:defRPr sz="1200" b="0">
                <a:solidFill>
                  <a:srgbClr val="5B5470"/>
                </a:solidFill>
                <a:latin typeface="Arial"/>
                <a:ea typeface="Arial"/>
                <a:cs typeface="Arial"/>
              </a:defRPr>
            </a:lvl7pPr>
            <a:lvl8pPr>
              <a:defRPr sz="1200" b="0">
                <a:solidFill>
                  <a:srgbClr val="5B5470"/>
                </a:solidFill>
                <a:latin typeface="Arial"/>
                <a:ea typeface="Arial"/>
                <a:cs typeface="Arial"/>
              </a:defRPr>
            </a:lvl8pPr>
            <a:lvl9pPr>
              <a:defRPr sz="1200" b="0">
                <a:solidFill>
                  <a:srgbClr val="5B5470"/>
                </a:solidFill>
                <a:latin typeface="Arial"/>
                <a:ea typeface="Arial"/>
                <a:cs typeface="Arial"/>
              </a:defRPr>
            </a:lvl9pPr>
          </a:lstStyle>
          <a:p xmlns:a="http://schemas.openxmlformats.org/drawingml/2006/main">
            <a:pPr>
              <a:defRPr sz="1200" b="0">
                <a:solidFill>
                  <a:srgbClr val="5B5470"/>
                </a:solidFill>
                <a:latin typeface="Arial"/>
                <a:ea typeface="Arial"/>
                <a:cs typeface="Arial"/>
              </a:defRPr>
            </a:pPr>
            <a:r>
              <a:rPr sz="1200" b="0">
                <a:solidFill>
                  <a:srgbClr val="5B5470"/>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FBF9113B-EA32-4C9F-9B33-83CA9B6C0170}"/>
              </a:ext>
            </a:extLst>
          </p:cNvPr>
          <p:cNvSpPr>
            <a:spLocks xmlns:a="http://schemas.openxmlformats.org/drawingml/2006/main" noGrp="1"/>
          </p:cNvSpPr>
          <p:nvPr/>
        </p:nvSpPr>
        <p:spPr>
          <a:xfrm xmlns:a="http://schemas.openxmlformats.org/drawingml/2006/main">
            <a:off x="685800" y="2381250"/>
            <a:ext cx="209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6D28E0"/>
                </a:solidFill>
                <a:latin typeface="Arial"/>
                <a:ea typeface="Arial"/>
                <a:cs typeface="Arial"/>
              </a:defRPr>
            </a:defPPr>
            <a:lvl1pPr>
              <a:defRPr sz="1650" b="1">
                <a:solidFill>
                  <a:srgbClr val="6D28E0"/>
                </a:solidFill>
                <a:latin typeface="Arial"/>
                <a:ea typeface="Arial"/>
                <a:cs typeface="Arial"/>
              </a:defRPr>
            </a:lvl1pPr>
            <a:lvl2pPr>
              <a:defRPr sz="1650" b="1">
                <a:solidFill>
                  <a:srgbClr val="6D28E0"/>
                </a:solidFill>
                <a:latin typeface="Arial"/>
                <a:ea typeface="Arial"/>
                <a:cs typeface="Arial"/>
              </a:defRPr>
            </a:lvl2pPr>
            <a:lvl3pPr>
              <a:defRPr sz="1650" b="1">
                <a:solidFill>
                  <a:srgbClr val="6D28E0"/>
                </a:solidFill>
                <a:latin typeface="Arial"/>
                <a:ea typeface="Arial"/>
                <a:cs typeface="Arial"/>
              </a:defRPr>
            </a:lvl3pPr>
            <a:lvl4pPr>
              <a:defRPr sz="1650" b="1">
                <a:solidFill>
                  <a:srgbClr val="6D28E0"/>
                </a:solidFill>
                <a:latin typeface="Arial"/>
                <a:ea typeface="Arial"/>
                <a:cs typeface="Arial"/>
              </a:defRPr>
            </a:lvl4pPr>
            <a:lvl5pPr>
              <a:defRPr sz="1650" b="1">
                <a:solidFill>
                  <a:srgbClr val="6D28E0"/>
                </a:solidFill>
                <a:latin typeface="Arial"/>
                <a:ea typeface="Arial"/>
                <a:cs typeface="Arial"/>
              </a:defRPr>
            </a:lvl5pPr>
            <a:lvl6pPr>
              <a:defRPr sz="1650" b="1">
                <a:solidFill>
                  <a:srgbClr val="6D28E0"/>
                </a:solidFill>
                <a:latin typeface="Arial"/>
                <a:ea typeface="Arial"/>
                <a:cs typeface="Arial"/>
              </a:defRPr>
            </a:lvl6pPr>
            <a:lvl7pPr>
              <a:defRPr sz="1650" b="1">
                <a:solidFill>
                  <a:srgbClr val="6D28E0"/>
                </a:solidFill>
                <a:latin typeface="Arial"/>
                <a:ea typeface="Arial"/>
                <a:cs typeface="Arial"/>
              </a:defRPr>
            </a:lvl7pPr>
            <a:lvl8pPr>
              <a:defRPr sz="1650" b="1">
                <a:solidFill>
                  <a:srgbClr val="6D28E0"/>
                </a:solidFill>
                <a:latin typeface="Arial"/>
                <a:ea typeface="Arial"/>
                <a:cs typeface="Arial"/>
              </a:defRPr>
            </a:lvl8pPr>
            <a:lvl9pPr>
              <a:defRPr sz="1650" b="1">
                <a:solidFill>
                  <a:srgbClr val="6D28E0"/>
                </a:solidFill>
                <a:latin typeface="Arial"/>
                <a:ea typeface="Arial"/>
                <a:cs typeface="Arial"/>
              </a:defRPr>
            </a:lvl9pPr>
          </a:lstStyle>
          <a:p xmlns:a="http://schemas.openxmlformats.org/drawingml/2006/main">
            <a:pPr>
              <a:defRPr sz="1650" b="1">
                <a:solidFill>
                  <a:srgbClr val="6D28E0"/>
                </a:solidFill>
                <a:latin typeface="Arial"/>
                <a:ea typeface="Arial"/>
                <a:cs typeface="Arial"/>
              </a:defRPr>
            </a:pPr>
            <a:r>
              <a:rPr sz="1650" b="1">
                <a:solidFill>
                  <a:srgbClr val="6D28E0"/>
                </a:solidFill>
                <a:latin typeface="Arial"/>
                <a:ea typeface="Arial"/>
                <a:cs typeface="Arial"/>
              </a:rPr>
              <a:t>Outcome</a:t>
            </a:r>
          </a:p>
        </p:txBody>
      </p:sp>
      <p:sp>
        <p:nvSpPr>
          <p:cNvPr id="6" name="">
            <a:extLst xmlns:a="http://schemas.openxmlformats.org/drawingml/2006/main">
              <a:ext uri="{FF2B5EF4-FFF2-40B4-BE49-F238E27FC236}">
                <a16:creationId xmlns:a16="http://schemas.microsoft.com/office/drawing/2014/main" id="{82460D31-C682-4463-BA1D-40E22B5C6899}"/>
              </a:ext>
            </a:extLst>
          </p:cNvPr>
          <p:cNvSpPr>
            <a:spLocks xmlns:a="http://schemas.openxmlformats.org/drawingml/2006/main" noGrp="1"/>
          </p:cNvSpPr>
          <p:nvPr/>
        </p:nvSpPr>
        <p:spPr>
          <a:xfrm xmlns:a="http://schemas.openxmlformats.org/drawingml/2006/main">
            <a:off x="2952750" y="2343150"/>
            <a:ext cx="847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A1633"/>
                </a:solidFill>
                <a:latin typeface="Arial"/>
                <a:ea typeface="Arial"/>
                <a:cs typeface="Arial"/>
              </a:defRPr>
            </a:defPPr>
            <a:lvl1pPr>
              <a:defRPr sz="1950" b="0">
                <a:solidFill>
                  <a:srgbClr val="1A1633"/>
                </a:solidFill>
                <a:latin typeface="Arial"/>
                <a:ea typeface="Arial"/>
                <a:cs typeface="Arial"/>
              </a:defRPr>
            </a:lvl1pPr>
            <a:lvl2pPr>
              <a:defRPr sz="1950" b="0">
                <a:solidFill>
                  <a:srgbClr val="1A1633"/>
                </a:solidFill>
                <a:latin typeface="Arial"/>
                <a:ea typeface="Arial"/>
                <a:cs typeface="Arial"/>
              </a:defRPr>
            </a:lvl2pPr>
            <a:lvl3pPr>
              <a:defRPr sz="1950" b="0">
                <a:solidFill>
                  <a:srgbClr val="1A1633"/>
                </a:solidFill>
                <a:latin typeface="Arial"/>
                <a:ea typeface="Arial"/>
                <a:cs typeface="Arial"/>
              </a:defRPr>
            </a:lvl3pPr>
            <a:lvl4pPr>
              <a:defRPr sz="1950" b="0">
                <a:solidFill>
                  <a:srgbClr val="1A1633"/>
                </a:solidFill>
                <a:latin typeface="Arial"/>
                <a:ea typeface="Arial"/>
                <a:cs typeface="Arial"/>
              </a:defRPr>
            </a:lvl4pPr>
            <a:lvl5pPr>
              <a:defRPr sz="1950" b="0">
                <a:solidFill>
                  <a:srgbClr val="1A1633"/>
                </a:solidFill>
                <a:latin typeface="Arial"/>
                <a:ea typeface="Arial"/>
                <a:cs typeface="Arial"/>
              </a:defRPr>
            </a:lvl5pPr>
            <a:lvl6pPr>
              <a:defRPr sz="1950" b="0">
                <a:solidFill>
                  <a:srgbClr val="1A1633"/>
                </a:solidFill>
                <a:latin typeface="Arial"/>
                <a:ea typeface="Arial"/>
                <a:cs typeface="Arial"/>
              </a:defRPr>
            </a:lvl6pPr>
            <a:lvl7pPr>
              <a:defRPr sz="1950" b="0">
                <a:solidFill>
                  <a:srgbClr val="1A1633"/>
                </a:solidFill>
                <a:latin typeface="Arial"/>
                <a:ea typeface="Arial"/>
                <a:cs typeface="Arial"/>
              </a:defRPr>
            </a:lvl7pPr>
            <a:lvl8pPr>
              <a:defRPr sz="1950" b="0">
                <a:solidFill>
                  <a:srgbClr val="1A1633"/>
                </a:solidFill>
                <a:latin typeface="Arial"/>
                <a:ea typeface="Arial"/>
                <a:cs typeface="Arial"/>
              </a:defRPr>
            </a:lvl8pPr>
            <a:lvl9pPr>
              <a:defRPr sz="1950" b="0">
                <a:solidFill>
                  <a:srgbClr val="1A1633"/>
                </a:solidFill>
                <a:latin typeface="Arial"/>
                <a:ea typeface="Arial"/>
                <a:cs typeface="Arial"/>
              </a:defRPr>
            </a:lvl9pPr>
          </a:lstStyle>
          <a:p xmlns:a="http://schemas.openxmlformats.org/drawingml/2006/main">
            <a:pPr>
              <a:defRPr sz="1950" b="0">
                <a:solidFill>
                  <a:srgbClr val="1A1633"/>
                </a:solidFill>
                <a:latin typeface="Arial"/>
                <a:ea typeface="Arial"/>
                <a:cs typeface="Arial"/>
              </a:defRPr>
            </a:pPr>
            <a:r>
              <a:rPr sz="1950" b="0">
                <a:solidFill>
                  <a:srgbClr val="1A1633"/>
                </a:solidFill>
                <a:latin typeface="Arial"/>
                <a:ea typeface="Arial"/>
                <a:cs typeface="Arial"/>
              </a:rPr>
              <a:t>[Observable action and musical use]</a:t>
            </a:r>
          </a:p>
        </p:txBody>
      </p:sp>
      <p:sp>
        <p:nvSpPr>
          <p:cNvPr id="7" name="">
            <a:extLst xmlns:a="http://schemas.openxmlformats.org/drawingml/2006/main">
              <a:ext uri="{FF2B5EF4-FFF2-40B4-BE49-F238E27FC236}">
                <a16:creationId xmlns:a16="http://schemas.microsoft.com/office/drawing/2014/main" id="{E24FBF36-02F8-4CDE-A107-347A2ED36274}"/>
              </a:ext>
            </a:extLst>
          </p:cNvPr>
          <p:cNvSpPr>
            <a:spLocks xmlns:a="http://schemas.openxmlformats.org/drawingml/2006/main" noGrp="1"/>
          </p:cNvSpPr>
          <p:nvPr/>
        </p:nvSpPr>
        <p:spPr>
          <a:xfrm xmlns:a="http://schemas.openxmlformats.org/drawingml/2006/main">
            <a:off x="685800" y="3076575"/>
            <a:ext cx="209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6D28E0"/>
                </a:solidFill>
                <a:latin typeface="Arial"/>
                <a:ea typeface="Arial"/>
                <a:cs typeface="Arial"/>
              </a:defRPr>
            </a:defPPr>
            <a:lvl1pPr>
              <a:defRPr sz="1650" b="1">
                <a:solidFill>
                  <a:srgbClr val="6D28E0"/>
                </a:solidFill>
                <a:latin typeface="Arial"/>
                <a:ea typeface="Arial"/>
                <a:cs typeface="Arial"/>
              </a:defRPr>
            </a:lvl1pPr>
            <a:lvl2pPr>
              <a:defRPr sz="1650" b="1">
                <a:solidFill>
                  <a:srgbClr val="6D28E0"/>
                </a:solidFill>
                <a:latin typeface="Arial"/>
                <a:ea typeface="Arial"/>
                <a:cs typeface="Arial"/>
              </a:defRPr>
            </a:lvl2pPr>
            <a:lvl3pPr>
              <a:defRPr sz="1650" b="1">
                <a:solidFill>
                  <a:srgbClr val="6D28E0"/>
                </a:solidFill>
                <a:latin typeface="Arial"/>
                <a:ea typeface="Arial"/>
                <a:cs typeface="Arial"/>
              </a:defRPr>
            </a:lvl3pPr>
            <a:lvl4pPr>
              <a:defRPr sz="1650" b="1">
                <a:solidFill>
                  <a:srgbClr val="6D28E0"/>
                </a:solidFill>
                <a:latin typeface="Arial"/>
                <a:ea typeface="Arial"/>
                <a:cs typeface="Arial"/>
              </a:defRPr>
            </a:lvl4pPr>
            <a:lvl5pPr>
              <a:defRPr sz="1650" b="1">
                <a:solidFill>
                  <a:srgbClr val="6D28E0"/>
                </a:solidFill>
                <a:latin typeface="Arial"/>
                <a:ea typeface="Arial"/>
                <a:cs typeface="Arial"/>
              </a:defRPr>
            </a:lvl5pPr>
            <a:lvl6pPr>
              <a:defRPr sz="1650" b="1">
                <a:solidFill>
                  <a:srgbClr val="6D28E0"/>
                </a:solidFill>
                <a:latin typeface="Arial"/>
                <a:ea typeface="Arial"/>
                <a:cs typeface="Arial"/>
              </a:defRPr>
            </a:lvl6pPr>
            <a:lvl7pPr>
              <a:defRPr sz="1650" b="1">
                <a:solidFill>
                  <a:srgbClr val="6D28E0"/>
                </a:solidFill>
                <a:latin typeface="Arial"/>
                <a:ea typeface="Arial"/>
                <a:cs typeface="Arial"/>
              </a:defRPr>
            </a:lvl7pPr>
            <a:lvl8pPr>
              <a:defRPr sz="1650" b="1">
                <a:solidFill>
                  <a:srgbClr val="6D28E0"/>
                </a:solidFill>
                <a:latin typeface="Arial"/>
                <a:ea typeface="Arial"/>
                <a:cs typeface="Arial"/>
              </a:defRPr>
            </a:lvl8pPr>
            <a:lvl9pPr>
              <a:defRPr sz="1650" b="1">
                <a:solidFill>
                  <a:srgbClr val="6D28E0"/>
                </a:solidFill>
                <a:latin typeface="Arial"/>
                <a:ea typeface="Arial"/>
                <a:cs typeface="Arial"/>
              </a:defRPr>
            </a:lvl9pPr>
          </a:lstStyle>
          <a:p xmlns:a="http://schemas.openxmlformats.org/drawingml/2006/main">
            <a:pPr>
              <a:defRPr sz="1650" b="1">
                <a:solidFill>
                  <a:srgbClr val="6D28E0"/>
                </a:solidFill>
                <a:latin typeface="Arial"/>
                <a:ea typeface="Arial"/>
                <a:cs typeface="Arial"/>
              </a:defRPr>
            </a:pPr>
            <a:r>
              <a:rPr sz="1650" b="1">
                <a:solidFill>
                  <a:srgbClr val="6D28E0"/>
                </a:solidFill>
                <a:latin typeface="Arial"/>
                <a:ea typeface="Arial"/>
                <a:cs typeface="Arial"/>
              </a:rPr>
              <a:t>Audience</a:t>
            </a:r>
          </a:p>
        </p:txBody>
      </p:sp>
      <p:sp>
        <p:nvSpPr>
          <p:cNvPr id="8" name="">
            <a:extLst xmlns:a="http://schemas.openxmlformats.org/drawingml/2006/main">
              <a:ext uri="{FF2B5EF4-FFF2-40B4-BE49-F238E27FC236}">
                <a16:creationId xmlns:a16="http://schemas.microsoft.com/office/drawing/2014/main" id="{3814247E-A2D8-466F-AB60-0760015D4E63}"/>
              </a:ext>
            </a:extLst>
          </p:cNvPr>
          <p:cNvSpPr>
            <a:spLocks xmlns:a="http://schemas.openxmlformats.org/drawingml/2006/main" noGrp="1"/>
          </p:cNvSpPr>
          <p:nvPr/>
        </p:nvSpPr>
        <p:spPr>
          <a:xfrm xmlns:a="http://schemas.openxmlformats.org/drawingml/2006/main">
            <a:off x="2952750" y="3038475"/>
            <a:ext cx="847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A1633"/>
                </a:solidFill>
                <a:latin typeface="Arial"/>
                <a:ea typeface="Arial"/>
                <a:cs typeface="Arial"/>
              </a:defRPr>
            </a:defPPr>
            <a:lvl1pPr>
              <a:defRPr sz="1950" b="0">
                <a:solidFill>
                  <a:srgbClr val="1A1633"/>
                </a:solidFill>
                <a:latin typeface="Arial"/>
                <a:ea typeface="Arial"/>
                <a:cs typeface="Arial"/>
              </a:defRPr>
            </a:lvl1pPr>
            <a:lvl2pPr>
              <a:defRPr sz="1950" b="0">
                <a:solidFill>
                  <a:srgbClr val="1A1633"/>
                </a:solidFill>
                <a:latin typeface="Arial"/>
                <a:ea typeface="Arial"/>
                <a:cs typeface="Arial"/>
              </a:defRPr>
            </a:lvl2pPr>
            <a:lvl3pPr>
              <a:defRPr sz="1950" b="0">
                <a:solidFill>
                  <a:srgbClr val="1A1633"/>
                </a:solidFill>
                <a:latin typeface="Arial"/>
                <a:ea typeface="Arial"/>
                <a:cs typeface="Arial"/>
              </a:defRPr>
            </a:lvl3pPr>
            <a:lvl4pPr>
              <a:defRPr sz="1950" b="0">
                <a:solidFill>
                  <a:srgbClr val="1A1633"/>
                </a:solidFill>
                <a:latin typeface="Arial"/>
                <a:ea typeface="Arial"/>
                <a:cs typeface="Arial"/>
              </a:defRPr>
            </a:lvl4pPr>
            <a:lvl5pPr>
              <a:defRPr sz="1950" b="0">
                <a:solidFill>
                  <a:srgbClr val="1A1633"/>
                </a:solidFill>
                <a:latin typeface="Arial"/>
                <a:ea typeface="Arial"/>
                <a:cs typeface="Arial"/>
              </a:defRPr>
            </a:lvl5pPr>
            <a:lvl6pPr>
              <a:defRPr sz="1950" b="0">
                <a:solidFill>
                  <a:srgbClr val="1A1633"/>
                </a:solidFill>
                <a:latin typeface="Arial"/>
                <a:ea typeface="Arial"/>
                <a:cs typeface="Arial"/>
              </a:defRPr>
            </a:lvl6pPr>
            <a:lvl7pPr>
              <a:defRPr sz="1950" b="0">
                <a:solidFill>
                  <a:srgbClr val="1A1633"/>
                </a:solidFill>
                <a:latin typeface="Arial"/>
                <a:ea typeface="Arial"/>
                <a:cs typeface="Arial"/>
              </a:defRPr>
            </a:lvl7pPr>
            <a:lvl8pPr>
              <a:defRPr sz="1950" b="0">
                <a:solidFill>
                  <a:srgbClr val="1A1633"/>
                </a:solidFill>
                <a:latin typeface="Arial"/>
                <a:ea typeface="Arial"/>
                <a:cs typeface="Arial"/>
              </a:defRPr>
            </a:lvl8pPr>
            <a:lvl9pPr>
              <a:defRPr sz="1950" b="0">
                <a:solidFill>
                  <a:srgbClr val="1A1633"/>
                </a:solidFill>
                <a:latin typeface="Arial"/>
                <a:ea typeface="Arial"/>
                <a:cs typeface="Arial"/>
              </a:defRPr>
            </a:lvl9pPr>
          </a:lstStyle>
          <a:p xmlns:a="http://schemas.openxmlformats.org/drawingml/2006/main">
            <a:pPr>
              <a:defRPr sz="1950" b="0">
                <a:solidFill>
                  <a:srgbClr val="1A1633"/>
                </a:solidFill>
                <a:latin typeface="Arial"/>
                <a:ea typeface="Arial"/>
                <a:cs typeface="Arial"/>
              </a:defRPr>
            </a:pPr>
            <a:r>
              <a:rPr sz="1950" b="0">
                <a:solidFill>
                  <a:srgbClr val="1A1633"/>
                </a:solidFill>
                <a:latin typeface="Arial"/>
                <a:ea typeface="Arial"/>
                <a:cs typeface="Arial"/>
              </a:rPr>
              <a:t>[Learner level]   [Instrument]   [Locale]</a:t>
            </a:r>
          </a:p>
        </p:txBody>
      </p:sp>
      <p:sp>
        <p:nvSpPr>
          <p:cNvPr id="9" name="">
            <a:extLst xmlns:a="http://schemas.openxmlformats.org/drawingml/2006/main">
              <a:ext uri="{FF2B5EF4-FFF2-40B4-BE49-F238E27FC236}">
                <a16:creationId xmlns:a16="http://schemas.microsoft.com/office/drawing/2014/main" id="{4B08C4F2-3BF8-435C-8A29-EA7BFA93196A}"/>
              </a:ext>
            </a:extLst>
          </p:cNvPr>
          <p:cNvSpPr>
            <a:spLocks xmlns:a="http://schemas.openxmlformats.org/drawingml/2006/main" noGrp="1"/>
          </p:cNvSpPr>
          <p:nvPr/>
        </p:nvSpPr>
        <p:spPr>
          <a:xfrm xmlns:a="http://schemas.openxmlformats.org/drawingml/2006/main">
            <a:off x="685800" y="3771900"/>
            <a:ext cx="209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6D28E0"/>
                </a:solidFill>
                <a:latin typeface="Arial"/>
                <a:ea typeface="Arial"/>
                <a:cs typeface="Arial"/>
              </a:defRPr>
            </a:defPPr>
            <a:lvl1pPr>
              <a:defRPr sz="1650" b="1">
                <a:solidFill>
                  <a:srgbClr val="6D28E0"/>
                </a:solidFill>
                <a:latin typeface="Arial"/>
                <a:ea typeface="Arial"/>
                <a:cs typeface="Arial"/>
              </a:defRPr>
            </a:lvl1pPr>
            <a:lvl2pPr>
              <a:defRPr sz="1650" b="1">
                <a:solidFill>
                  <a:srgbClr val="6D28E0"/>
                </a:solidFill>
                <a:latin typeface="Arial"/>
                <a:ea typeface="Arial"/>
                <a:cs typeface="Arial"/>
              </a:defRPr>
            </a:lvl2pPr>
            <a:lvl3pPr>
              <a:defRPr sz="1650" b="1">
                <a:solidFill>
                  <a:srgbClr val="6D28E0"/>
                </a:solidFill>
                <a:latin typeface="Arial"/>
                <a:ea typeface="Arial"/>
                <a:cs typeface="Arial"/>
              </a:defRPr>
            </a:lvl3pPr>
            <a:lvl4pPr>
              <a:defRPr sz="1650" b="1">
                <a:solidFill>
                  <a:srgbClr val="6D28E0"/>
                </a:solidFill>
                <a:latin typeface="Arial"/>
                <a:ea typeface="Arial"/>
                <a:cs typeface="Arial"/>
              </a:defRPr>
            </a:lvl4pPr>
            <a:lvl5pPr>
              <a:defRPr sz="1650" b="1">
                <a:solidFill>
                  <a:srgbClr val="6D28E0"/>
                </a:solidFill>
                <a:latin typeface="Arial"/>
                <a:ea typeface="Arial"/>
                <a:cs typeface="Arial"/>
              </a:defRPr>
            </a:lvl5pPr>
            <a:lvl6pPr>
              <a:defRPr sz="1650" b="1">
                <a:solidFill>
                  <a:srgbClr val="6D28E0"/>
                </a:solidFill>
                <a:latin typeface="Arial"/>
                <a:ea typeface="Arial"/>
                <a:cs typeface="Arial"/>
              </a:defRPr>
            </a:lvl6pPr>
            <a:lvl7pPr>
              <a:defRPr sz="1650" b="1">
                <a:solidFill>
                  <a:srgbClr val="6D28E0"/>
                </a:solidFill>
                <a:latin typeface="Arial"/>
                <a:ea typeface="Arial"/>
                <a:cs typeface="Arial"/>
              </a:defRPr>
            </a:lvl7pPr>
            <a:lvl8pPr>
              <a:defRPr sz="1650" b="1">
                <a:solidFill>
                  <a:srgbClr val="6D28E0"/>
                </a:solidFill>
                <a:latin typeface="Arial"/>
                <a:ea typeface="Arial"/>
                <a:cs typeface="Arial"/>
              </a:defRPr>
            </a:lvl8pPr>
            <a:lvl9pPr>
              <a:defRPr sz="1650" b="1">
                <a:solidFill>
                  <a:srgbClr val="6D28E0"/>
                </a:solidFill>
                <a:latin typeface="Arial"/>
                <a:ea typeface="Arial"/>
                <a:cs typeface="Arial"/>
              </a:defRPr>
            </a:lvl9pPr>
          </a:lstStyle>
          <a:p xmlns:a="http://schemas.openxmlformats.org/drawingml/2006/main">
            <a:pPr>
              <a:defRPr sz="1650" b="1">
                <a:solidFill>
                  <a:srgbClr val="6D28E0"/>
                </a:solidFill>
                <a:latin typeface="Arial"/>
                <a:ea typeface="Arial"/>
                <a:cs typeface="Arial"/>
              </a:defRPr>
            </a:pPr>
            <a:r>
              <a:rPr sz="1650" b="1">
                <a:solidFill>
                  <a:srgbClr val="6D28E0"/>
                </a:solidFill>
                <a:latin typeface="Arial"/>
                <a:ea typeface="Arial"/>
                <a:cs typeface="Arial"/>
              </a:rPr>
              <a:t>Classification</a:t>
            </a:r>
          </a:p>
        </p:txBody>
      </p:sp>
      <p:sp>
        <p:nvSpPr>
          <p:cNvPr id="10" name="">
            <a:extLst xmlns:a="http://schemas.openxmlformats.org/drawingml/2006/main">
              <a:ext uri="{FF2B5EF4-FFF2-40B4-BE49-F238E27FC236}">
                <a16:creationId xmlns:a16="http://schemas.microsoft.com/office/drawing/2014/main" id="{A80A5201-2D34-4B71-BB2C-3CF842D7DDF9}"/>
              </a:ext>
            </a:extLst>
          </p:cNvPr>
          <p:cNvSpPr>
            <a:spLocks xmlns:a="http://schemas.openxmlformats.org/drawingml/2006/main" noGrp="1"/>
          </p:cNvSpPr>
          <p:nvPr/>
        </p:nvSpPr>
        <p:spPr>
          <a:xfrm xmlns:a="http://schemas.openxmlformats.org/drawingml/2006/main">
            <a:off x="2952750" y="3733800"/>
            <a:ext cx="847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A1633"/>
                </a:solidFill>
                <a:latin typeface="Arial"/>
                <a:ea typeface="Arial"/>
                <a:cs typeface="Arial"/>
              </a:defRPr>
            </a:defPPr>
            <a:lvl1pPr>
              <a:defRPr sz="1950" b="0">
                <a:solidFill>
                  <a:srgbClr val="1A1633"/>
                </a:solidFill>
                <a:latin typeface="Arial"/>
                <a:ea typeface="Arial"/>
                <a:cs typeface="Arial"/>
              </a:defRPr>
            </a:lvl1pPr>
            <a:lvl2pPr>
              <a:defRPr sz="1950" b="0">
                <a:solidFill>
                  <a:srgbClr val="1A1633"/>
                </a:solidFill>
                <a:latin typeface="Arial"/>
                <a:ea typeface="Arial"/>
                <a:cs typeface="Arial"/>
              </a:defRPr>
            </a:lvl2pPr>
            <a:lvl3pPr>
              <a:defRPr sz="1950" b="0">
                <a:solidFill>
                  <a:srgbClr val="1A1633"/>
                </a:solidFill>
                <a:latin typeface="Arial"/>
                <a:ea typeface="Arial"/>
                <a:cs typeface="Arial"/>
              </a:defRPr>
            </a:lvl3pPr>
            <a:lvl4pPr>
              <a:defRPr sz="1950" b="0">
                <a:solidFill>
                  <a:srgbClr val="1A1633"/>
                </a:solidFill>
                <a:latin typeface="Arial"/>
                <a:ea typeface="Arial"/>
                <a:cs typeface="Arial"/>
              </a:defRPr>
            </a:lvl4pPr>
            <a:lvl5pPr>
              <a:defRPr sz="1950" b="0">
                <a:solidFill>
                  <a:srgbClr val="1A1633"/>
                </a:solidFill>
                <a:latin typeface="Arial"/>
                <a:ea typeface="Arial"/>
                <a:cs typeface="Arial"/>
              </a:defRPr>
            </a:lvl5pPr>
            <a:lvl6pPr>
              <a:defRPr sz="1950" b="0">
                <a:solidFill>
                  <a:srgbClr val="1A1633"/>
                </a:solidFill>
                <a:latin typeface="Arial"/>
                <a:ea typeface="Arial"/>
                <a:cs typeface="Arial"/>
              </a:defRPr>
            </a:lvl6pPr>
            <a:lvl7pPr>
              <a:defRPr sz="1950" b="0">
                <a:solidFill>
                  <a:srgbClr val="1A1633"/>
                </a:solidFill>
                <a:latin typeface="Arial"/>
                <a:ea typeface="Arial"/>
                <a:cs typeface="Arial"/>
              </a:defRPr>
            </a:lvl7pPr>
            <a:lvl8pPr>
              <a:defRPr sz="1950" b="0">
                <a:solidFill>
                  <a:srgbClr val="1A1633"/>
                </a:solidFill>
                <a:latin typeface="Arial"/>
                <a:ea typeface="Arial"/>
                <a:cs typeface="Arial"/>
              </a:defRPr>
            </a:lvl8pPr>
            <a:lvl9pPr>
              <a:defRPr sz="1950" b="0">
                <a:solidFill>
                  <a:srgbClr val="1A1633"/>
                </a:solidFill>
                <a:latin typeface="Arial"/>
                <a:ea typeface="Arial"/>
                <a:cs typeface="Arial"/>
              </a:defRPr>
            </a:lvl9pPr>
          </a:lstStyle>
          <a:p xmlns:a="http://schemas.openxmlformats.org/drawingml/2006/main">
            <a:pPr>
              <a:defRPr sz="1950" b="0">
                <a:solidFill>
                  <a:srgbClr val="1A1633"/>
                </a:solidFill>
                <a:latin typeface="Arial"/>
                <a:ea typeface="Arial"/>
                <a:cs typeface="Arial"/>
              </a:defRPr>
            </a:pPr>
            <a:r>
              <a:rPr sz="1950" b="0">
                <a:solidFill>
                  <a:srgbClr val="1A1633"/>
                </a:solidFill>
                <a:latin typeface="Arial"/>
                <a:ea typeface="Arial"/>
                <a:cs typeface="Arial"/>
              </a:rPr>
              <a:t>[Skill keys]   [Concept keys]   [Difficulty]</a:t>
            </a:r>
          </a:p>
        </p:txBody>
      </p:sp>
      <p:sp>
        <p:nvSpPr>
          <p:cNvPr id="11" name="">
            <a:extLst xmlns:a="http://schemas.openxmlformats.org/drawingml/2006/main">
              <a:ext uri="{FF2B5EF4-FFF2-40B4-BE49-F238E27FC236}">
                <a16:creationId xmlns:a16="http://schemas.microsoft.com/office/drawing/2014/main" id="{A69A0FD8-2446-4FD9-B8CB-BB5898F733DF}"/>
              </a:ext>
            </a:extLst>
          </p:cNvPr>
          <p:cNvSpPr>
            <a:spLocks xmlns:a="http://schemas.openxmlformats.org/drawingml/2006/main" noGrp="1"/>
          </p:cNvSpPr>
          <p:nvPr/>
        </p:nvSpPr>
        <p:spPr>
          <a:xfrm xmlns:a="http://schemas.openxmlformats.org/drawingml/2006/main">
            <a:off x="685800" y="4467225"/>
            <a:ext cx="209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6D28E0"/>
                </a:solidFill>
                <a:latin typeface="Arial"/>
                <a:ea typeface="Arial"/>
                <a:cs typeface="Arial"/>
              </a:defRPr>
            </a:defPPr>
            <a:lvl1pPr>
              <a:defRPr sz="1650" b="1">
                <a:solidFill>
                  <a:srgbClr val="6D28E0"/>
                </a:solidFill>
                <a:latin typeface="Arial"/>
                <a:ea typeface="Arial"/>
                <a:cs typeface="Arial"/>
              </a:defRPr>
            </a:lvl1pPr>
            <a:lvl2pPr>
              <a:defRPr sz="1650" b="1">
                <a:solidFill>
                  <a:srgbClr val="6D28E0"/>
                </a:solidFill>
                <a:latin typeface="Arial"/>
                <a:ea typeface="Arial"/>
                <a:cs typeface="Arial"/>
              </a:defRPr>
            </a:lvl2pPr>
            <a:lvl3pPr>
              <a:defRPr sz="1650" b="1">
                <a:solidFill>
                  <a:srgbClr val="6D28E0"/>
                </a:solidFill>
                <a:latin typeface="Arial"/>
                <a:ea typeface="Arial"/>
                <a:cs typeface="Arial"/>
              </a:defRPr>
            </a:lvl3pPr>
            <a:lvl4pPr>
              <a:defRPr sz="1650" b="1">
                <a:solidFill>
                  <a:srgbClr val="6D28E0"/>
                </a:solidFill>
                <a:latin typeface="Arial"/>
                <a:ea typeface="Arial"/>
                <a:cs typeface="Arial"/>
              </a:defRPr>
            </a:lvl4pPr>
            <a:lvl5pPr>
              <a:defRPr sz="1650" b="1">
                <a:solidFill>
                  <a:srgbClr val="6D28E0"/>
                </a:solidFill>
                <a:latin typeface="Arial"/>
                <a:ea typeface="Arial"/>
                <a:cs typeface="Arial"/>
              </a:defRPr>
            </a:lvl5pPr>
            <a:lvl6pPr>
              <a:defRPr sz="1650" b="1">
                <a:solidFill>
                  <a:srgbClr val="6D28E0"/>
                </a:solidFill>
                <a:latin typeface="Arial"/>
                <a:ea typeface="Arial"/>
                <a:cs typeface="Arial"/>
              </a:defRPr>
            </a:lvl6pPr>
            <a:lvl7pPr>
              <a:defRPr sz="1650" b="1">
                <a:solidFill>
                  <a:srgbClr val="6D28E0"/>
                </a:solidFill>
                <a:latin typeface="Arial"/>
                <a:ea typeface="Arial"/>
                <a:cs typeface="Arial"/>
              </a:defRPr>
            </a:lvl7pPr>
            <a:lvl8pPr>
              <a:defRPr sz="1650" b="1">
                <a:solidFill>
                  <a:srgbClr val="6D28E0"/>
                </a:solidFill>
                <a:latin typeface="Arial"/>
                <a:ea typeface="Arial"/>
                <a:cs typeface="Arial"/>
              </a:defRPr>
            </a:lvl8pPr>
            <a:lvl9pPr>
              <a:defRPr sz="1650" b="1">
                <a:solidFill>
                  <a:srgbClr val="6D28E0"/>
                </a:solidFill>
                <a:latin typeface="Arial"/>
                <a:ea typeface="Arial"/>
                <a:cs typeface="Arial"/>
              </a:defRPr>
            </a:lvl9pPr>
          </a:lstStyle>
          <a:p xmlns:a="http://schemas.openxmlformats.org/drawingml/2006/main">
            <a:pPr>
              <a:defRPr sz="1650" b="1">
                <a:solidFill>
                  <a:srgbClr val="6D28E0"/>
                </a:solidFill>
                <a:latin typeface="Arial"/>
                <a:ea typeface="Arial"/>
                <a:cs typeface="Arial"/>
              </a:defRPr>
            </a:pPr>
            <a:r>
              <a:rPr sz="1650" b="1">
                <a:solidFill>
                  <a:srgbClr val="6D28E0"/>
                </a:solidFill>
                <a:latin typeface="Arial"/>
                <a:ea typeface="Arial"/>
                <a:cs typeface="Arial"/>
              </a:rPr>
              <a:t>Placement</a:t>
            </a:r>
          </a:p>
        </p:txBody>
      </p:sp>
      <p:sp>
        <p:nvSpPr>
          <p:cNvPr id="12" name="">
            <a:extLst xmlns:a="http://schemas.openxmlformats.org/drawingml/2006/main">
              <a:ext uri="{FF2B5EF4-FFF2-40B4-BE49-F238E27FC236}">
                <a16:creationId xmlns:a16="http://schemas.microsoft.com/office/drawing/2014/main" id="{CDB1F2C2-B084-4A5E-B211-4F1248D39222}"/>
              </a:ext>
            </a:extLst>
          </p:cNvPr>
          <p:cNvSpPr>
            <a:spLocks xmlns:a="http://schemas.openxmlformats.org/drawingml/2006/main" noGrp="1"/>
          </p:cNvSpPr>
          <p:nvPr/>
        </p:nvSpPr>
        <p:spPr>
          <a:xfrm xmlns:a="http://schemas.openxmlformats.org/drawingml/2006/main">
            <a:off x="2952750" y="4429125"/>
            <a:ext cx="847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A1633"/>
                </a:solidFill>
                <a:latin typeface="Arial"/>
                <a:ea typeface="Arial"/>
                <a:cs typeface="Arial"/>
              </a:defRPr>
            </a:defPPr>
            <a:lvl1pPr>
              <a:defRPr sz="1950" b="0">
                <a:solidFill>
                  <a:srgbClr val="1A1633"/>
                </a:solidFill>
                <a:latin typeface="Arial"/>
                <a:ea typeface="Arial"/>
                <a:cs typeface="Arial"/>
              </a:defRPr>
            </a:lvl1pPr>
            <a:lvl2pPr>
              <a:defRPr sz="1950" b="0">
                <a:solidFill>
                  <a:srgbClr val="1A1633"/>
                </a:solidFill>
                <a:latin typeface="Arial"/>
                <a:ea typeface="Arial"/>
                <a:cs typeface="Arial"/>
              </a:defRPr>
            </a:lvl2pPr>
            <a:lvl3pPr>
              <a:defRPr sz="1950" b="0">
                <a:solidFill>
                  <a:srgbClr val="1A1633"/>
                </a:solidFill>
                <a:latin typeface="Arial"/>
                <a:ea typeface="Arial"/>
                <a:cs typeface="Arial"/>
              </a:defRPr>
            </a:lvl3pPr>
            <a:lvl4pPr>
              <a:defRPr sz="1950" b="0">
                <a:solidFill>
                  <a:srgbClr val="1A1633"/>
                </a:solidFill>
                <a:latin typeface="Arial"/>
                <a:ea typeface="Arial"/>
                <a:cs typeface="Arial"/>
              </a:defRPr>
            </a:lvl4pPr>
            <a:lvl5pPr>
              <a:defRPr sz="1950" b="0">
                <a:solidFill>
                  <a:srgbClr val="1A1633"/>
                </a:solidFill>
                <a:latin typeface="Arial"/>
                <a:ea typeface="Arial"/>
                <a:cs typeface="Arial"/>
              </a:defRPr>
            </a:lvl5pPr>
            <a:lvl6pPr>
              <a:defRPr sz="1950" b="0">
                <a:solidFill>
                  <a:srgbClr val="1A1633"/>
                </a:solidFill>
                <a:latin typeface="Arial"/>
                <a:ea typeface="Arial"/>
                <a:cs typeface="Arial"/>
              </a:defRPr>
            </a:lvl6pPr>
            <a:lvl7pPr>
              <a:defRPr sz="1950" b="0">
                <a:solidFill>
                  <a:srgbClr val="1A1633"/>
                </a:solidFill>
                <a:latin typeface="Arial"/>
                <a:ea typeface="Arial"/>
                <a:cs typeface="Arial"/>
              </a:defRPr>
            </a:lvl7pPr>
            <a:lvl8pPr>
              <a:defRPr sz="1950" b="0">
                <a:solidFill>
                  <a:srgbClr val="1A1633"/>
                </a:solidFill>
                <a:latin typeface="Arial"/>
                <a:ea typeface="Arial"/>
                <a:cs typeface="Arial"/>
              </a:defRPr>
            </a:lvl8pPr>
            <a:lvl9pPr>
              <a:defRPr sz="1950" b="0">
                <a:solidFill>
                  <a:srgbClr val="1A1633"/>
                </a:solidFill>
                <a:latin typeface="Arial"/>
                <a:ea typeface="Arial"/>
                <a:cs typeface="Arial"/>
              </a:defRPr>
            </a:lvl9pPr>
          </a:lstStyle>
          <a:p xmlns:a="http://schemas.openxmlformats.org/drawingml/2006/main">
            <a:pPr>
              <a:defRPr sz="1950" b="0">
                <a:solidFill>
                  <a:srgbClr val="1A1633"/>
                </a:solidFill>
                <a:latin typeface="Arial"/>
                <a:ea typeface="Arial"/>
                <a:cs typeface="Arial"/>
              </a:defRPr>
            </a:pPr>
            <a:r>
              <a:rPr sz="1950" b="0">
                <a:solidFill>
                  <a:srgbClr val="1A1633"/>
                </a:solidFill>
                <a:latin typeface="Arial"/>
                <a:ea typeface="Arial"/>
                <a:cs typeface="Arial"/>
              </a:rPr>
              <a:t>[Standalone] or [Course / path / lesson keys]</a:t>
            </a:r>
          </a:p>
        </p:txBody>
      </p:sp>
      <p:sp>
        <p:nvSpPr>
          <p:cNvPr id="13" name="">
            <a:extLst xmlns:a="http://schemas.openxmlformats.org/drawingml/2006/main">
              <a:ext uri="{FF2B5EF4-FFF2-40B4-BE49-F238E27FC236}">
                <a16:creationId xmlns:a16="http://schemas.microsoft.com/office/drawing/2014/main" id="{14986721-B4DE-4251-93F9-1D60DDD9B513}"/>
              </a:ext>
            </a:extLst>
          </p:cNvPr>
          <p:cNvSpPr>
            <a:spLocks xmlns:a="http://schemas.openxmlformats.org/drawingml/2006/main" noGrp="1"/>
          </p:cNvSpPr>
          <p:nvPr/>
        </p:nvSpPr>
        <p:spPr>
          <a:xfrm xmlns:a="http://schemas.openxmlformats.org/drawingml/2006/main">
            <a:off x="685800" y="5162550"/>
            <a:ext cx="209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6D28E0"/>
                </a:solidFill>
                <a:latin typeface="Arial"/>
                <a:ea typeface="Arial"/>
                <a:cs typeface="Arial"/>
              </a:defRPr>
            </a:defPPr>
            <a:lvl1pPr>
              <a:defRPr sz="1650" b="1">
                <a:solidFill>
                  <a:srgbClr val="6D28E0"/>
                </a:solidFill>
                <a:latin typeface="Arial"/>
                <a:ea typeface="Arial"/>
                <a:cs typeface="Arial"/>
              </a:defRPr>
            </a:lvl1pPr>
            <a:lvl2pPr>
              <a:defRPr sz="1650" b="1">
                <a:solidFill>
                  <a:srgbClr val="6D28E0"/>
                </a:solidFill>
                <a:latin typeface="Arial"/>
                <a:ea typeface="Arial"/>
                <a:cs typeface="Arial"/>
              </a:defRPr>
            </a:lvl2pPr>
            <a:lvl3pPr>
              <a:defRPr sz="1650" b="1">
                <a:solidFill>
                  <a:srgbClr val="6D28E0"/>
                </a:solidFill>
                <a:latin typeface="Arial"/>
                <a:ea typeface="Arial"/>
                <a:cs typeface="Arial"/>
              </a:defRPr>
            </a:lvl3pPr>
            <a:lvl4pPr>
              <a:defRPr sz="1650" b="1">
                <a:solidFill>
                  <a:srgbClr val="6D28E0"/>
                </a:solidFill>
                <a:latin typeface="Arial"/>
                <a:ea typeface="Arial"/>
                <a:cs typeface="Arial"/>
              </a:defRPr>
            </a:lvl4pPr>
            <a:lvl5pPr>
              <a:defRPr sz="1650" b="1">
                <a:solidFill>
                  <a:srgbClr val="6D28E0"/>
                </a:solidFill>
                <a:latin typeface="Arial"/>
                <a:ea typeface="Arial"/>
                <a:cs typeface="Arial"/>
              </a:defRPr>
            </a:lvl5pPr>
            <a:lvl6pPr>
              <a:defRPr sz="1650" b="1">
                <a:solidFill>
                  <a:srgbClr val="6D28E0"/>
                </a:solidFill>
                <a:latin typeface="Arial"/>
                <a:ea typeface="Arial"/>
                <a:cs typeface="Arial"/>
              </a:defRPr>
            </a:lvl6pPr>
            <a:lvl7pPr>
              <a:defRPr sz="1650" b="1">
                <a:solidFill>
                  <a:srgbClr val="6D28E0"/>
                </a:solidFill>
                <a:latin typeface="Arial"/>
                <a:ea typeface="Arial"/>
                <a:cs typeface="Arial"/>
              </a:defRPr>
            </a:lvl7pPr>
            <a:lvl8pPr>
              <a:defRPr sz="1650" b="1">
                <a:solidFill>
                  <a:srgbClr val="6D28E0"/>
                </a:solidFill>
                <a:latin typeface="Arial"/>
                <a:ea typeface="Arial"/>
                <a:cs typeface="Arial"/>
              </a:defRPr>
            </a:lvl8pPr>
            <a:lvl9pPr>
              <a:defRPr sz="1650" b="1">
                <a:solidFill>
                  <a:srgbClr val="6D28E0"/>
                </a:solidFill>
                <a:latin typeface="Arial"/>
                <a:ea typeface="Arial"/>
                <a:cs typeface="Arial"/>
              </a:defRPr>
            </a:lvl9pPr>
          </a:lstStyle>
          <a:p xmlns:a="http://schemas.openxmlformats.org/drawingml/2006/main">
            <a:pPr>
              <a:defRPr sz="1650" b="1">
                <a:solidFill>
                  <a:srgbClr val="6D28E0"/>
                </a:solidFill>
                <a:latin typeface="Arial"/>
                <a:ea typeface="Arial"/>
                <a:cs typeface="Arial"/>
              </a:defRPr>
            </a:pPr>
            <a:r>
              <a:rPr sz="1650" b="1">
                <a:solidFill>
                  <a:srgbClr val="6D28E0"/>
                </a:solidFill>
                <a:latin typeface="Arial"/>
                <a:ea typeface="Arial"/>
                <a:cs typeface="Arial"/>
              </a:rPr>
              <a:t>Evidence</a:t>
            </a:r>
          </a:p>
        </p:txBody>
      </p:sp>
      <p:sp>
        <p:nvSpPr>
          <p:cNvPr id="14" name="">
            <a:extLst xmlns:a="http://schemas.openxmlformats.org/drawingml/2006/main">
              <a:ext uri="{FF2B5EF4-FFF2-40B4-BE49-F238E27FC236}">
                <a16:creationId xmlns:a16="http://schemas.microsoft.com/office/drawing/2014/main" id="{D6B1AB8A-8E55-405A-BA46-5106F6260E04}"/>
              </a:ext>
            </a:extLst>
          </p:cNvPr>
          <p:cNvSpPr>
            <a:spLocks xmlns:a="http://schemas.openxmlformats.org/drawingml/2006/main" noGrp="1"/>
          </p:cNvSpPr>
          <p:nvPr/>
        </p:nvSpPr>
        <p:spPr>
          <a:xfrm xmlns:a="http://schemas.openxmlformats.org/drawingml/2006/main">
            <a:off x="2952750" y="5124450"/>
            <a:ext cx="847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A1633"/>
                </a:solidFill>
                <a:latin typeface="Arial"/>
                <a:ea typeface="Arial"/>
                <a:cs typeface="Arial"/>
              </a:defRPr>
            </a:defPPr>
            <a:lvl1pPr>
              <a:defRPr sz="1950" b="0">
                <a:solidFill>
                  <a:srgbClr val="1A1633"/>
                </a:solidFill>
                <a:latin typeface="Arial"/>
                <a:ea typeface="Arial"/>
                <a:cs typeface="Arial"/>
              </a:defRPr>
            </a:lvl1pPr>
            <a:lvl2pPr>
              <a:defRPr sz="1950" b="0">
                <a:solidFill>
                  <a:srgbClr val="1A1633"/>
                </a:solidFill>
                <a:latin typeface="Arial"/>
                <a:ea typeface="Arial"/>
                <a:cs typeface="Arial"/>
              </a:defRPr>
            </a:lvl2pPr>
            <a:lvl3pPr>
              <a:defRPr sz="1950" b="0">
                <a:solidFill>
                  <a:srgbClr val="1A1633"/>
                </a:solidFill>
                <a:latin typeface="Arial"/>
                <a:ea typeface="Arial"/>
                <a:cs typeface="Arial"/>
              </a:defRPr>
            </a:lvl3pPr>
            <a:lvl4pPr>
              <a:defRPr sz="1950" b="0">
                <a:solidFill>
                  <a:srgbClr val="1A1633"/>
                </a:solidFill>
                <a:latin typeface="Arial"/>
                <a:ea typeface="Arial"/>
                <a:cs typeface="Arial"/>
              </a:defRPr>
            </a:lvl4pPr>
            <a:lvl5pPr>
              <a:defRPr sz="1950" b="0">
                <a:solidFill>
                  <a:srgbClr val="1A1633"/>
                </a:solidFill>
                <a:latin typeface="Arial"/>
                <a:ea typeface="Arial"/>
                <a:cs typeface="Arial"/>
              </a:defRPr>
            </a:lvl5pPr>
            <a:lvl6pPr>
              <a:defRPr sz="1950" b="0">
                <a:solidFill>
                  <a:srgbClr val="1A1633"/>
                </a:solidFill>
                <a:latin typeface="Arial"/>
                <a:ea typeface="Arial"/>
                <a:cs typeface="Arial"/>
              </a:defRPr>
            </a:lvl6pPr>
            <a:lvl7pPr>
              <a:defRPr sz="1950" b="0">
                <a:solidFill>
                  <a:srgbClr val="1A1633"/>
                </a:solidFill>
                <a:latin typeface="Arial"/>
                <a:ea typeface="Arial"/>
                <a:cs typeface="Arial"/>
              </a:defRPr>
            </a:lvl7pPr>
            <a:lvl8pPr>
              <a:defRPr sz="1950" b="0">
                <a:solidFill>
                  <a:srgbClr val="1A1633"/>
                </a:solidFill>
                <a:latin typeface="Arial"/>
                <a:ea typeface="Arial"/>
                <a:cs typeface="Arial"/>
              </a:defRPr>
            </a:lvl8pPr>
            <a:lvl9pPr>
              <a:defRPr sz="1950" b="0">
                <a:solidFill>
                  <a:srgbClr val="1A1633"/>
                </a:solidFill>
                <a:latin typeface="Arial"/>
                <a:ea typeface="Arial"/>
                <a:cs typeface="Arial"/>
              </a:defRPr>
            </a:lvl9pPr>
          </a:lstStyle>
          <a:p xmlns:a="http://schemas.openxmlformats.org/drawingml/2006/main">
            <a:pPr>
              <a:defRPr sz="1950" b="0">
                <a:solidFill>
                  <a:srgbClr val="1A1633"/>
                </a:solidFill>
                <a:latin typeface="Arial"/>
                <a:ea typeface="Arial"/>
                <a:cs typeface="Arial"/>
              </a:defRPr>
            </a:pPr>
            <a:r>
              <a:rPr sz="1950" b="0">
                <a:solidFill>
                  <a:srgbClr val="1A1633"/>
                </a:solidFill>
                <a:latin typeface="Arial"/>
                <a:ea typeface="Arial"/>
                <a:cs typeface="Arial"/>
              </a:rPr>
              <a:t>[Success check]   [Source revision]   [Open gaps]</a:t>
            </a:r>
          </a:p>
        </p:txBody>
      </p:sp>
    </p:spTree>
    <p:extLst>
      <p:ext uri="{BB962C8B-B14F-4D97-AF65-F5344CB8AC3E}">
        <p14:creationId xmlns:p14="http://schemas.microsoft.com/office/powerpoint/2010/main" val="1784111459"/>
      </p:ext>
    </p:extLst>
  </p:cSld>
</p:sld>
</file>

<file path=ppt/slides/slide3.xml><?xml version="1.0" encoding="utf-8"?>
<p:sld xmlns:p="http://schemas.openxmlformats.org/presentationml/2006/main">
  <p:cSld>
    <p:bg>
      <p:bgPr>
        <a:solidFill xmlns:a="http://schemas.openxmlformats.org/drawingml/2006/main">
          <a:srgbClr val="FBFA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8EE39E6-9D00-4DBD-B3B8-64C3ECBD1976}"/>
              </a:ext>
            </a:extLst>
          </p:cNvPr>
          <p:cNvSpPr>
            <a:spLocks xmlns:a="http://schemas.openxmlformats.org/drawingml/2006/main" noGrp="1"/>
          </p:cNvSpPr>
          <p:nvPr/>
        </p:nvSpPr>
        <p:spPr>
          <a:xfrm xmlns:a="http://schemas.openxmlformats.org/drawingml/2006/main">
            <a:off x="685800" y="3810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6D28E0"/>
                </a:solidFill>
                <a:latin typeface="Arial"/>
                <a:ea typeface="Arial"/>
                <a:cs typeface="Arial"/>
              </a:defRPr>
            </a:defPPr>
            <a:lvl1pPr>
              <a:defRPr sz="1350" b="1">
                <a:solidFill>
                  <a:srgbClr val="6D28E0"/>
                </a:solidFill>
                <a:latin typeface="Arial"/>
                <a:ea typeface="Arial"/>
                <a:cs typeface="Arial"/>
              </a:defRPr>
            </a:lvl1pPr>
            <a:lvl2pPr>
              <a:defRPr sz="1350" b="1">
                <a:solidFill>
                  <a:srgbClr val="6D28E0"/>
                </a:solidFill>
                <a:latin typeface="Arial"/>
                <a:ea typeface="Arial"/>
                <a:cs typeface="Arial"/>
              </a:defRPr>
            </a:lvl2pPr>
            <a:lvl3pPr>
              <a:defRPr sz="1350" b="1">
                <a:solidFill>
                  <a:srgbClr val="6D28E0"/>
                </a:solidFill>
                <a:latin typeface="Arial"/>
                <a:ea typeface="Arial"/>
                <a:cs typeface="Arial"/>
              </a:defRPr>
            </a:lvl3pPr>
            <a:lvl4pPr>
              <a:defRPr sz="1350" b="1">
                <a:solidFill>
                  <a:srgbClr val="6D28E0"/>
                </a:solidFill>
                <a:latin typeface="Arial"/>
                <a:ea typeface="Arial"/>
                <a:cs typeface="Arial"/>
              </a:defRPr>
            </a:lvl4pPr>
            <a:lvl5pPr>
              <a:defRPr sz="1350" b="1">
                <a:solidFill>
                  <a:srgbClr val="6D28E0"/>
                </a:solidFill>
                <a:latin typeface="Arial"/>
                <a:ea typeface="Arial"/>
                <a:cs typeface="Arial"/>
              </a:defRPr>
            </a:lvl5pPr>
            <a:lvl6pPr>
              <a:defRPr sz="1350" b="1">
                <a:solidFill>
                  <a:srgbClr val="6D28E0"/>
                </a:solidFill>
                <a:latin typeface="Arial"/>
                <a:ea typeface="Arial"/>
                <a:cs typeface="Arial"/>
              </a:defRPr>
            </a:lvl6pPr>
            <a:lvl7pPr>
              <a:defRPr sz="1350" b="1">
                <a:solidFill>
                  <a:srgbClr val="6D28E0"/>
                </a:solidFill>
                <a:latin typeface="Arial"/>
                <a:ea typeface="Arial"/>
                <a:cs typeface="Arial"/>
              </a:defRPr>
            </a:lvl7pPr>
            <a:lvl8pPr>
              <a:defRPr sz="1350" b="1">
                <a:solidFill>
                  <a:srgbClr val="6D28E0"/>
                </a:solidFill>
                <a:latin typeface="Arial"/>
                <a:ea typeface="Arial"/>
                <a:cs typeface="Arial"/>
              </a:defRPr>
            </a:lvl8pPr>
            <a:lvl9pPr>
              <a:defRPr sz="1350" b="1">
                <a:solidFill>
                  <a:srgbClr val="6D28E0"/>
                </a:solidFill>
                <a:latin typeface="Arial"/>
                <a:ea typeface="Arial"/>
                <a:cs typeface="Arial"/>
              </a:defRPr>
            </a:lvl9pPr>
          </a:lstStyle>
          <a:p xmlns:a="http://schemas.openxmlformats.org/drawingml/2006/main">
            <a:pPr>
              <a:defRPr sz="1350" b="1">
                <a:solidFill>
                  <a:srgbClr val="6D28E0"/>
                </a:solidFill>
                <a:latin typeface="Arial"/>
                <a:ea typeface="Arial"/>
                <a:cs typeface="Arial"/>
              </a:defRPr>
            </a:pPr>
            <a:r>
              <a:rPr sz="1350" b="1">
                <a:solidFill>
                  <a:srgbClr val="6D28E0"/>
                </a:solidFill>
                <a:latin typeface="Arial"/>
                <a:ea typeface="Arial"/>
                <a:cs typeface="Arial"/>
              </a:rPr>
              <a:t>LEARNER LAYOUT / PAYOFF</a:t>
            </a:r>
          </a:p>
        </p:txBody>
      </p:sp>
      <p:sp>
        <p:nvSpPr>
          <p:cNvPr id="2" name="">
            <a:extLst xmlns:a="http://schemas.openxmlformats.org/drawingml/2006/main">
              <a:ext uri="{FF2B5EF4-FFF2-40B4-BE49-F238E27FC236}">
                <a16:creationId xmlns:a16="http://schemas.microsoft.com/office/drawing/2014/main" id="{4347B355-F0A0-4514-A34E-2A76F16BE1B2}"/>
              </a:ext>
            </a:extLst>
          </p:cNvPr>
          <p:cNvSpPr>
            <a:spLocks xmlns:a="http://schemas.openxmlformats.org/drawingml/2006/main" noGrp="1"/>
          </p:cNvSpPr>
          <p:nvPr/>
        </p:nvSpPr>
        <p:spPr>
          <a:xfrm xmlns:a="http://schemas.openxmlformats.org/drawingml/2006/main">
            <a:off x="685800" y="10287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A1633"/>
                </a:solidFill>
                <a:latin typeface="Arial"/>
                <a:ea typeface="Arial"/>
                <a:cs typeface="Arial"/>
              </a:defRPr>
            </a:defPPr>
            <a:lvl1pPr>
              <a:defRPr sz="3600" b="1">
                <a:solidFill>
                  <a:srgbClr val="1A1633"/>
                </a:solidFill>
                <a:latin typeface="Arial"/>
                <a:ea typeface="Arial"/>
                <a:cs typeface="Arial"/>
              </a:defRPr>
            </a:lvl1pPr>
            <a:lvl2pPr>
              <a:defRPr sz="3600" b="1">
                <a:solidFill>
                  <a:srgbClr val="1A1633"/>
                </a:solidFill>
                <a:latin typeface="Arial"/>
                <a:ea typeface="Arial"/>
                <a:cs typeface="Arial"/>
              </a:defRPr>
            </a:lvl2pPr>
            <a:lvl3pPr>
              <a:defRPr sz="3600" b="1">
                <a:solidFill>
                  <a:srgbClr val="1A1633"/>
                </a:solidFill>
                <a:latin typeface="Arial"/>
                <a:ea typeface="Arial"/>
                <a:cs typeface="Arial"/>
              </a:defRPr>
            </a:lvl3pPr>
            <a:lvl4pPr>
              <a:defRPr sz="3600" b="1">
                <a:solidFill>
                  <a:srgbClr val="1A1633"/>
                </a:solidFill>
                <a:latin typeface="Arial"/>
                <a:ea typeface="Arial"/>
                <a:cs typeface="Arial"/>
              </a:defRPr>
            </a:lvl4pPr>
            <a:lvl5pPr>
              <a:defRPr sz="3600" b="1">
                <a:solidFill>
                  <a:srgbClr val="1A1633"/>
                </a:solidFill>
                <a:latin typeface="Arial"/>
                <a:ea typeface="Arial"/>
                <a:cs typeface="Arial"/>
              </a:defRPr>
            </a:lvl5pPr>
            <a:lvl6pPr>
              <a:defRPr sz="3600" b="1">
                <a:solidFill>
                  <a:srgbClr val="1A1633"/>
                </a:solidFill>
                <a:latin typeface="Arial"/>
                <a:ea typeface="Arial"/>
                <a:cs typeface="Arial"/>
              </a:defRPr>
            </a:lvl6pPr>
            <a:lvl7pPr>
              <a:defRPr sz="3600" b="1">
                <a:solidFill>
                  <a:srgbClr val="1A1633"/>
                </a:solidFill>
                <a:latin typeface="Arial"/>
                <a:ea typeface="Arial"/>
                <a:cs typeface="Arial"/>
              </a:defRPr>
            </a:lvl7pPr>
            <a:lvl8pPr>
              <a:defRPr sz="3600" b="1">
                <a:solidFill>
                  <a:srgbClr val="1A1633"/>
                </a:solidFill>
                <a:latin typeface="Arial"/>
                <a:ea typeface="Arial"/>
                <a:cs typeface="Arial"/>
              </a:defRPr>
            </a:lvl8pPr>
            <a:lvl9pPr>
              <a:defRPr sz="3600" b="1">
                <a:solidFill>
                  <a:srgbClr val="1A1633"/>
                </a:solidFill>
                <a:latin typeface="Arial"/>
                <a:ea typeface="Arial"/>
                <a:cs typeface="Arial"/>
              </a:defRPr>
            </a:lvl9pPr>
          </a:lstStyle>
          <a:p xmlns:a="http://schemas.openxmlformats.org/drawingml/2006/main">
            <a:pPr>
              <a:defRPr sz="3600" b="1">
                <a:solidFill>
                  <a:srgbClr val="1A1633"/>
                </a:solidFill>
                <a:latin typeface="Arial"/>
                <a:ea typeface="Arial"/>
                <a:cs typeface="Arial"/>
              </a:defRPr>
            </a:pPr>
            <a:r>
              <a:rPr sz="3600" b="1">
                <a:solidFill>
                  <a:srgbClr val="1A1633"/>
                </a:solidFill>
                <a:latin typeface="Arial"/>
                <a:ea typeface="Arial"/>
                <a:cs typeface="Arial"/>
              </a:rPr>
              <a:t>[A useful musical outcome]</a:t>
            </a:r>
          </a:p>
        </p:txBody>
      </p:sp>
      <p:sp>
        <p:nvSpPr>
          <p:cNvPr id="3" name="">
            <a:extLst xmlns:a="http://schemas.openxmlformats.org/drawingml/2006/main">
              <a:ext uri="{FF2B5EF4-FFF2-40B4-BE49-F238E27FC236}">
                <a16:creationId xmlns:a16="http://schemas.microsoft.com/office/drawing/2014/main" id="{B758885E-DAED-4414-BB3B-E481B038242D}"/>
              </a:ext>
            </a:extLst>
          </p:cNvPr>
          <p:cNvSpPr>
            <a:spLocks xmlns:a="http://schemas.openxmlformats.org/drawingml/2006/main" noGrp="1"/>
          </p:cNvSpPr>
          <p:nvPr/>
        </p:nvSpPr>
        <p:spPr>
          <a:xfrm xmlns:a="http://schemas.openxmlformats.org/drawingml/2006/main">
            <a:off x="685800" y="6362700"/>
            <a:ext cx="9906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5470"/>
                </a:solidFill>
                <a:latin typeface="Arial"/>
                <a:ea typeface="Arial"/>
                <a:cs typeface="Arial"/>
              </a:defRPr>
            </a:defPPr>
            <a:lvl1pPr>
              <a:defRPr sz="1200" b="0">
                <a:solidFill>
                  <a:srgbClr val="5B5470"/>
                </a:solidFill>
                <a:latin typeface="Arial"/>
                <a:ea typeface="Arial"/>
                <a:cs typeface="Arial"/>
              </a:defRPr>
            </a:lvl1pPr>
            <a:lvl2pPr>
              <a:defRPr sz="1200" b="0">
                <a:solidFill>
                  <a:srgbClr val="5B5470"/>
                </a:solidFill>
                <a:latin typeface="Arial"/>
                <a:ea typeface="Arial"/>
                <a:cs typeface="Arial"/>
              </a:defRPr>
            </a:lvl2pPr>
            <a:lvl3pPr>
              <a:defRPr sz="1200" b="0">
                <a:solidFill>
                  <a:srgbClr val="5B5470"/>
                </a:solidFill>
                <a:latin typeface="Arial"/>
                <a:ea typeface="Arial"/>
                <a:cs typeface="Arial"/>
              </a:defRPr>
            </a:lvl3pPr>
            <a:lvl4pPr>
              <a:defRPr sz="1200" b="0">
                <a:solidFill>
                  <a:srgbClr val="5B5470"/>
                </a:solidFill>
                <a:latin typeface="Arial"/>
                <a:ea typeface="Arial"/>
                <a:cs typeface="Arial"/>
              </a:defRPr>
            </a:lvl4pPr>
            <a:lvl5pPr>
              <a:defRPr sz="1200" b="0">
                <a:solidFill>
                  <a:srgbClr val="5B5470"/>
                </a:solidFill>
                <a:latin typeface="Arial"/>
                <a:ea typeface="Arial"/>
                <a:cs typeface="Arial"/>
              </a:defRPr>
            </a:lvl5pPr>
            <a:lvl6pPr>
              <a:defRPr sz="1200" b="0">
                <a:solidFill>
                  <a:srgbClr val="5B5470"/>
                </a:solidFill>
                <a:latin typeface="Arial"/>
                <a:ea typeface="Arial"/>
                <a:cs typeface="Arial"/>
              </a:defRPr>
            </a:lvl6pPr>
            <a:lvl7pPr>
              <a:defRPr sz="1200" b="0">
                <a:solidFill>
                  <a:srgbClr val="5B5470"/>
                </a:solidFill>
                <a:latin typeface="Arial"/>
                <a:ea typeface="Arial"/>
                <a:cs typeface="Arial"/>
              </a:defRPr>
            </a:lvl7pPr>
            <a:lvl8pPr>
              <a:defRPr sz="1200" b="0">
                <a:solidFill>
                  <a:srgbClr val="5B5470"/>
                </a:solidFill>
                <a:latin typeface="Arial"/>
                <a:ea typeface="Arial"/>
                <a:cs typeface="Arial"/>
              </a:defRPr>
            </a:lvl8pPr>
            <a:lvl9pPr>
              <a:defRPr sz="1200" b="0">
                <a:solidFill>
                  <a:srgbClr val="5B5470"/>
                </a:solidFill>
                <a:latin typeface="Arial"/>
                <a:ea typeface="Arial"/>
                <a:cs typeface="Arial"/>
              </a:defRPr>
            </a:lvl9pPr>
          </a:lstStyle>
          <a:p xmlns:a="http://schemas.openxmlformats.org/drawingml/2006/main">
            <a:pPr>
              <a:defRPr sz="1200" b="0">
                <a:solidFill>
                  <a:srgbClr val="5B5470"/>
                </a:solidFill>
                <a:latin typeface="Arial"/>
                <a:ea typeface="Arial"/>
                <a:cs typeface="Arial"/>
              </a:defRPr>
            </a:pPr>
            <a:r>
              <a:rPr sz="1200" b="0">
                <a:solidFill>
                  <a:srgbClr val="5B5470"/>
                </a:solidFill>
                <a:latin typeface="Arial"/>
                <a:ea typeface="Arial"/>
                <a:cs typeface="Arial"/>
              </a:rPr>
              <a:t>Motif Path  /  Content presentation template</a:t>
            </a:r>
          </a:p>
        </p:txBody>
      </p:sp>
      <p:sp>
        <p:nvSpPr>
          <p:cNvPr id="4" name="">
            <a:extLst xmlns:a="http://schemas.openxmlformats.org/drawingml/2006/main">
              <a:ext uri="{FF2B5EF4-FFF2-40B4-BE49-F238E27FC236}">
                <a16:creationId xmlns:a16="http://schemas.microsoft.com/office/drawing/2014/main" id="{5734142C-91FA-403B-B7F0-2F13E6901FFE}"/>
              </a:ext>
            </a:extLst>
          </p:cNvPr>
          <p:cNvSpPr>
            <a:spLocks xmlns:a="http://schemas.openxmlformats.org/drawingml/2006/main" noGrp="1"/>
          </p:cNvSpPr>
          <p:nvPr/>
        </p:nvSpPr>
        <p:spPr>
          <a:xfrm xmlns:a="http://schemas.openxmlformats.org/drawingml/2006/main">
            <a:off x="109537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5470"/>
                </a:solidFill>
                <a:latin typeface="Arial"/>
                <a:ea typeface="Arial"/>
                <a:cs typeface="Arial"/>
              </a:defRPr>
            </a:defPPr>
            <a:lvl1pPr>
              <a:defRPr sz="1200" b="0">
                <a:solidFill>
                  <a:srgbClr val="5B5470"/>
                </a:solidFill>
                <a:latin typeface="Arial"/>
                <a:ea typeface="Arial"/>
                <a:cs typeface="Arial"/>
              </a:defRPr>
            </a:lvl1pPr>
            <a:lvl2pPr>
              <a:defRPr sz="1200" b="0">
                <a:solidFill>
                  <a:srgbClr val="5B5470"/>
                </a:solidFill>
                <a:latin typeface="Arial"/>
                <a:ea typeface="Arial"/>
                <a:cs typeface="Arial"/>
              </a:defRPr>
            </a:lvl2pPr>
            <a:lvl3pPr>
              <a:defRPr sz="1200" b="0">
                <a:solidFill>
                  <a:srgbClr val="5B5470"/>
                </a:solidFill>
                <a:latin typeface="Arial"/>
                <a:ea typeface="Arial"/>
                <a:cs typeface="Arial"/>
              </a:defRPr>
            </a:lvl3pPr>
            <a:lvl4pPr>
              <a:defRPr sz="1200" b="0">
                <a:solidFill>
                  <a:srgbClr val="5B5470"/>
                </a:solidFill>
                <a:latin typeface="Arial"/>
                <a:ea typeface="Arial"/>
                <a:cs typeface="Arial"/>
              </a:defRPr>
            </a:lvl4pPr>
            <a:lvl5pPr>
              <a:defRPr sz="1200" b="0">
                <a:solidFill>
                  <a:srgbClr val="5B5470"/>
                </a:solidFill>
                <a:latin typeface="Arial"/>
                <a:ea typeface="Arial"/>
                <a:cs typeface="Arial"/>
              </a:defRPr>
            </a:lvl5pPr>
            <a:lvl6pPr>
              <a:defRPr sz="1200" b="0">
                <a:solidFill>
                  <a:srgbClr val="5B5470"/>
                </a:solidFill>
                <a:latin typeface="Arial"/>
                <a:ea typeface="Arial"/>
                <a:cs typeface="Arial"/>
              </a:defRPr>
            </a:lvl6pPr>
            <a:lvl7pPr>
              <a:defRPr sz="1200" b="0">
                <a:solidFill>
                  <a:srgbClr val="5B5470"/>
                </a:solidFill>
                <a:latin typeface="Arial"/>
                <a:ea typeface="Arial"/>
                <a:cs typeface="Arial"/>
              </a:defRPr>
            </a:lvl7pPr>
            <a:lvl8pPr>
              <a:defRPr sz="1200" b="0">
                <a:solidFill>
                  <a:srgbClr val="5B5470"/>
                </a:solidFill>
                <a:latin typeface="Arial"/>
                <a:ea typeface="Arial"/>
                <a:cs typeface="Arial"/>
              </a:defRPr>
            </a:lvl8pPr>
            <a:lvl9pPr>
              <a:defRPr sz="1200" b="0">
                <a:solidFill>
                  <a:srgbClr val="5B5470"/>
                </a:solidFill>
                <a:latin typeface="Arial"/>
                <a:ea typeface="Arial"/>
                <a:cs typeface="Arial"/>
              </a:defRPr>
            </a:lvl9pPr>
          </a:lstStyle>
          <a:p xmlns:a="http://schemas.openxmlformats.org/drawingml/2006/main">
            <a:pPr>
              <a:defRPr sz="1200" b="0">
                <a:solidFill>
                  <a:srgbClr val="5B5470"/>
                </a:solidFill>
                <a:latin typeface="Arial"/>
                <a:ea typeface="Arial"/>
                <a:cs typeface="Arial"/>
              </a:defRPr>
            </a:pPr>
            <a:r>
              <a:rPr sz="1200" b="0">
                <a:solidFill>
                  <a:srgbClr val="5B5470"/>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71C4B919-DA20-43A4-8ED0-AC9BECBF7CA5}"/>
              </a:ext>
            </a:extLst>
          </p:cNvPr>
          <p:cNvSpPr>
            <a:spLocks xmlns:a="http://schemas.openxmlformats.org/drawingml/2006/main" noGrp="1"/>
          </p:cNvSpPr>
          <p:nvPr/>
        </p:nvSpPr>
        <p:spPr>
          <a:xfrm xmlns:a="http://schemas.openxmlformats.org/drawingml/2006/main">
            <a:off x="685800" y="2571750"/>
            <a:ext cx="10763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6D28E0"/>
                </a:solidFill>
                <a:latin typeface="Arial"/>
                <a:ea typeface="Arial"/>
                <a:cs typeface="Arial"/>
              </a:defRPr>
            </a:defPPr>
            <a:lvl1pPr>
              <a:defRPr sz="3150" b="1">
                <a:solidFill>
                  <a:srgbClr val="6D28E0"/>
                </a:solidFill>
                <a:latin typeface="Arial"/>
                <a:ea typeface="Arial"/>
                <a:cs typeface="Arial"/>
              </a:defRPr>
            </a:lvl1pPr>
            <a:lvl2pPr>
              <a:defRPr sz="3150" b="1">
                <a:solidFill>
                  <a:srgbClr val="6D28E0"/>
                </a:solidFill>
                <a:latin typeface="Arial"/>
                <a:ea typeface="Arial"/>
                <a:cs typeface="Arial"/>
              </a:defRPr>
            </a:lvl2pPr>
            <a:lvl3pPr>
              <a:defRPr sz="3150" b="1">
                <a:solidFill>
                  <a:srgbClr val="6D28E0"/>
                </a:solidFill>
                <a:latin typeface="Arial"/>
                <a:ea typeface="Arial"/>
                <a:cs typeface="Arial"/>
              </a:defRPr>
            </a:lvl3pPr>
            <a:lvl4pPr>
              <a:defRPr sz="3150" b="1">
                <a:solidFill>
                  <a:srgbClr val="6D28E0"/>
                </a:solidFill>
                <a:latin typeface="Arial"/>
                <a:ea typeface="Arial"/>
                <a:cs typeface="Arial"/>
              </a:defRPr>
            </a:lvl4pPr>
            <a:lvl5pPr>
              <a:defRPr sz="3150" b="1">
                <a:solidFill>
                  <a:srgbClr val="6D28E0"/>
                </a:solidFill>
                <a:latin typeface="Arial"/>
                <a:ea typeface="Arial"/>
                <a:cs typeface="Arial"/>
              </a:defRPr>
            </a:lvl5pPr>
            <a:lvl6pPr>
              <a:defRPr sz="3150" b="1">
                <a:solidFill>
                  <a:srgbClr val="6D28E0"/>
                </a:solidFill>
                <a:latin typeface="Arial"/>
                <a:ea typeface="Arial"/>
                <a:cs typeface="Arial"/>
              </a:defRPr>
            </a:lvl6pPr>
            <a:lvl7pPr>
              <a:defRPr sz="3150" b="1">
                <a:solidFill>
                  <a:srgbClr val="6D28E0"/>
                </a:solidFill>
                <a:latin typeface="Arial"/>
                <a:ea typeface="Arial"/>
                <a:cs typeface="Arial"/>
              </a:defRPr>
            </a:lvl7pPr>
            <a:lvl8pPr>
              <a:defRPr sz="3150" b="1">
                <a:solidFill>
                  <a:srgbClr val="6D28E0"/>
                </a:solidFill>
                <a:latin typeface="Arial"/>
                <a:ea typeface="Arial"/>
                <a:cs typeface="Arial"/>
              </a:defRPr>
            </a:lvl8pPr>
            <a:lvl9pPr>
              <a:defRPr sz="3150" b="1">
                <a:solidFill>
                  <a:srgbClr val="6D28E0"/>
                </a:solidFill>
                <a:latin typeface="Arial"/>
                <a:ea typeface="Arial"/>
                <a:cs typeface="Arial"/>
              </a:defRPr>
            </a:lvl9pPr>
          </a:lstStyle>
          <a:p xmlns:a="http://schemas.openxmlformats.org/drawingml/2006/main">
            <a:pPr>
              <a:defRPr sz="3150" b="1">
                <a:solidFill>
                  <a:srgbClr val="6D28E0"/>
                </a:solidFill>
                <a:latin typeface="Arial"/>
                <a:ea typeface="Arial"/>
                <a:cs typeface="Arial"/>
              </a:defRPr>
            </a:pPr>
            <a:r>
              <a:rPr sz="3150" b="1">
                <a:solidFill>
                  <a:srgbClr val="6D28E0"/>
                </a:solidFill>
                <a:latin typeface="Arial"/>
                <a:ea typeface="Arial"/>
                <a:cs typeface="Arial"/>
              </a:rPr>
              <a:t>[Hear or see the musical result]</a:t>
            </a:r>
          </a:p>
        </p:txBody>
      </p:sp>
      <p:sp>
        <p:nvSpPr>
          <p:cNvPr id="6" name="">
            <a:extLst xmlns:a="http://schemas.openxmlformats.org/drawingml/2006/main">
              <a:ext uri="{FF2B5EF4-FFF2-40B4-BE49-F238E27FC236}">
                <a16:creationId xmlns:a16="http://schemas.microsoft.com/office/drawing/2014/main" id="{3125AC77-D2E1-4DB8-972F-2C0CDC21E336}"/>
              </a:ext>
            </a:extLst>
          </p:cNvPr>
          <p:cNvSpPr>
            <a:spLocks xmlns:a="http://schemas.openxmlformats.org/drawingml/2006/main" noGrp="1"/>
          </p:cNvSpPr>
          <p:nvPr/>
        </p:nvSpPr>
        <p:spPr>
          <a:xfrm xmlns:a="http://schemas.openxmlformats.org/drawingml/2006/main">
            <a:off x="685800" y="423862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A1633"/>
                </a:solidFill>
                <a:latin typeface="Arial"/>
                <a:ea typeface="Arial"/>
                <a:cs typeface="Arial"/>
              </a:defRPr>
            </a:defPPr>
            <a:lvl1pPr>
              <a:defRPr sz="2250" b="0">
                <a:solidFill>
                  <a:srgbClr val="1A1633"/>
                </a:solidFill>
                <a:latin typeface="Arial"/>
                <a:ea typeface="Arial"/>
                <a:cs typeface="Arial"/>
              </a:defRPr>
            </a:lvl1pPr>
            <a:lvl2pPr>
              <a:defRPr sz="2250" b="0">
                <a:solidFill>
                  <a:srgbClr val="1A1633"/>
                </a:solidFill>
                <a:latin typeface="Arial"/>
                <a:ea typeface="Arial"/>
                <a:cs typeface="Arial"/>
              </a:defRPr>
            </a:lvl2pPr>
            <a:lvl3pPr>
              <a:defRPr sz="2250" b="0">
                <a:solidFill>
                  <a:srgbClr val="1A1633"/>
                </a:solidFill>
                <a:latin typeface="Arial"/>
                <a:ea typeface="Arial"/>
                <a:cs typeface="Arial"/>
              </a:defRPr>
            </a:lvl3pPr>
            <a:lvl4pPr>
              <a:defRPr sz="2250" b="0">
                <a:solidFill>
                  <a:srgbClr val="1A1633"/>
                </a:solidFill>
                <a:latin typeface="Arial"/>
                <a:ea typeface="Arial"/>
                <a:cs typeface="Arial"/>
              </a:defRPr>
            </a:lvl4pPr>
            <a:lvl5pPr>
              <a:defRPr sz="2250" b="0">
                <a:solidFill>
                  <a:srgbClr val="1A1633"/>
                </a:solidFill>
                <a:latin typeface="Arial"/>
                <a:ea typeface="Arial"/>
                <a:cs typeface="Arial"/>
              </a:defRPr>
            </a:lvl5pPr>
            <a:lvl6pPr>
              <a:defRPr sz="2250" b="0">
                <a:solidFill>
                  <a:srgbClr val="1A1633"/>
                </a:solidFill>
                <a:latin typeface="Arial"/>
                <a:ea typeface="Arial"/>
                <a:cs typeface="Arial"/>
              </a:defRPr>
            </a:lvl6pPr>
            <a:lvl7pPr>
              <a:defRPr sz="2250" b="0">
                <a:solidFill>
                  <a:srgbClr val="1A1633"/>
                </a:solidFill>
                <a:latin typeface="Arial"/>
                <a:ea typeface="Arial"/>
                <a:cs typeface="Arial"/>
              </a:defRPr>
            </a:lvl7pPr>
            <a:lvl8pPr>
              <a:defRPr sz="2250" b="0">
                <a:solidFill>
                  <a:srgbClr val="1A1633"/>
                </a:solidFill>
                <a:latin typeface="Arial"/>
                <a:ea typeface="Arial"/>
                <a:cs typeface="Arial"/>
              </a:defRPr>
            </a:lvl8pPr>
            <a:lvl9pPr>
              <a:defRPr sz="2250" b="0">
                <a:solidFill>
                  <a:srgbClr val="1A1633"/>
                </a:solidFill>
                <a:latin typeface="Arial"/>
                <a:ea typeface="Arial"/>
                <a:cs typeface="Arial"/>
              </a:defRPr>
            </a:lvl9pPr>
          </a:lstStyle>
          <a:p xmlns:a="http://schemas.openxmlformats.org/drawingml/2006/main">
            <a:pPr>
              <a:defRPr sz="2250" b="0">
                <a:solidFill>
                  <a:srgbClr val="1A1633"/>
                </a:solidFill>
                <a:latin typeface="Arial"/>
                <a:ea typeface="Arial"/>
                <a:cs typeface="Arial"/>
              </a:defRPr>
            </a:pPr>
            <a:r>
              <a:rPr sz="2250" b="0">
                <a:solidFill>
                  <a:srgbClr val="1A1633"/>
                </a:solidFill>
                <a:latin typeface="Arial"/>
                <a:ea typeface="Arial"/>
                <a:cs typeface="Arial"/>
              </a:rPr>
              <a:t>[One sentence explaining why this skill matters]</a:t>
            </a:r>
          </a:p>
        </p:txBody>
      </p:sp>
      <p:sp>
        <p:nvSpPr>
          <p:cNvPr id="7" name="">
            <a:extLst xmlns:a="http://schemas.openxmlformats.org/drawingml/2006/main">
              <a:ext uri="{FF2B5EF4-FFF2-40B4-BE49-F238E27FC236}">
                <a16:creationId xmlns:a16="http://schemas.microsoft.com/office/drawing/2014/main" id="{3497E3B3-2DBE-48DE-A962-575CC416F965}"/>
              </a:ext>
            </a:extLst>
          </p:cNvPr>
          <p:cNvSpPr>
            <a:spLocks xmlns:a="http://schemas.openxmlformats.org/drawingml/2006/main" noGrp="1"/>
          </p:cNvSpPr>
          <p:nvPr/>
        </p:nvSpPr>
        <p:spPr>
          <a:xfrm xmlns:a="http://schemas.openxmlformats.org/drawingml/2006/main">
            <a:off x="685800" y="539115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B5470"/>
                </a:solidFill>
                <a:latin typeface="Arial"/>
                <a:ea typeface="Arial"/>
                <a:cs typeface="Arial"/>
              </a:defRPr>
            </a:defPPr>
            <a:lvl1pPr>
              <a:defRPr sz="1800" b="0">
                <a:solidFill>
                  <a:srgbClr val="5B5470"/>
                </a:solidFill>
                <a:latin typeface="Arial"/>
                <a:ea typeface="Arial"/>
                <a:cs typeface="Arial"/>
              </a:defRPr>
            </a:lvl1pPr>
            <a:lvl2pPr>
              <a:defRPr sz="1800" b="0">
                <a:solidFill>
                  <a:srgbClr val="5B5470"/>
                </a:solidFill>
                <a:latin typeface="Arial"/>
                <a:ea typeface="Arial"/>
                <a:cs typeface="Arial"/>
              </a:defRPr>
            </a:lvl2pPr>
            <a:lvl3pPr>
              <a:defRPr sz="1800" b="0">
                <a:solidFill>
                  <a:srgbClr val="5B5470"/>
                </a:solidFill>
                <a:latin typeface="Arial"/>
                <a:ea typeface="Arial"/>
                <a:cs typeface="Arial"/>
              </a:defRPr>
            </a:lvl3pPr>
            <a:lvl4pPr>
              <a:defRPr sz="1800" b="0">
                <a:solidFill>
                  <a:srgbClr val="5B5470"/>
                </a:solidFill>
                <a:latin typeface="Arial"/>
                <a:ea typeface="Arial"/>
                <a:cs typeface="Arial"/>
              </a:defRPr>
            </a:lvl4pPr>
            <a:lvl5pPr>
              <a:defRPr sz="1800" b="0">
                <a:solidFill>
                  <a:srgbClr val="5B5470"/>
                </a:solidFill>
                <a:latin typeface="Arial"/>
                <a:ea typeface="Arial"/>
                <a:cs typeface="Arial"/>
              </a:defRPr>
            </a:lvl5pPr>
            <a:lvl6pPr>
              <a:defRPr sz="1800" b="0">
                <a:solidFill>
                  <a:srgbClr val="5B5470"/>
                </a:solidFill>
                <a:latin typeface="Arial"/>
                <a:ea typeface="Arial"/>
                <a:cs typeface="Arial"/>
              </a:defRPr>
            </a:lvl6pPr>
            <a:lvl7pPr>
              <a:defRPr sz="1800" b="0">
                <a:solidFill>
                  <a:srgbClr val="5B5470"/>
                </a:solidFill>
                <a:latin typeface="Arial"/>
                <a:ea typeface="Arial"/>
                <a:cs typeface="Arial"/>
              </a:defRPr>
            </a:lvl7pPr>
            <a:lvl8pPr>
              <a:defRPr sz="1800" b="0">
                <a:solidFill>
                  <a:srgbClr val="5B5470"/>
                </a:solidFill>
                <a:latin typeface="Arial"/>
                <a:ea typeface="Arial"/>
                <a:cs typeface="Arial"/>
              </a:defRPr>
            </a:lvl8pPr>
            <a:lvl9pPr>
              <a:defRPr sz="1800" b="0">
                <a:solidFill>
                  <a:srgbClr val="5B5470"/>
                </a:solidFill>
                <a:latin typeface="Arial"/>
                <a:ea typeface="Arial"/>
                <a:cs typeface="Arial"/>
              </a:defRPr>
            </a:lvl9pPr>
          </a:lstStyle>
          <a:p xmlns:a="http://schemas.openxmlformats.org/drawingml/2006/main">
            <a:pPr>
              <a:defRPr sz="1800" b="0">
                <a:solidFill>
                  <a:srgbClr val="5B5470"/>
                </a:solidFill>
                <a:latin typeface="Arial"/>
                <a:ea typeface="Arial"/>
                <a:cs typeface="Arial"/>
              </a:defRPr>
            </a:pPr>
            <a:r>
              <a:rPr sz="1800" b="0">
                <a:solidFill>
                  <a:srgbClr val="5B5470"/>
                </a:solidFill>
                <a:latin typeface="Arial"/>
                <a:ea typeface="Arial"/>
                <a:cs typeface="Arial"/>
              </a:rPr>
              <a:t>[Audio, phrase, groove or repertoire reference]</a:t>
            </a:r>
          </a:p>
        </p:txBody>
      </p:sp>
    </p:spTree>
    <p:extLst>
      <p:ext uri="{BB962C8B-B14F-4D97-AF65-F5344CB8AC3E}">
        <p14:creationId xmlns:p14="http://schemas.microsoft.com/office/powerpoint/2010/main" val="577792848"/>
      </p:ext>
    </p:extLst>
  </p:cSld>
</p:sld>
</file>

<file path=ppt/slides/slide4.xml><?xml version="1.0" encoding="utf-8"?>
<p:sld xmlns:p="http://schemas.openxmlformats.org/presentationml/2006/main">
  <p:cSld>
    <p:bg>
      <p:bgPr>
        <a:solidFill xmlns:a="http://schemas.openxmlformats.org/drawingml/2006/main">
          <a:srgbClr val="FBFA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ADAB16D-D62E-429C-9D1B-E69FF8C95808}"/>
              </a:ext>
            </a:extLst>
          </p:cNvPr>
          <p:cNvSpPr>
            <a:spLocks xmlns:a="http://schemas.openxmlformats.org/drawingml/2006/main" noGrp="1"/>
          </p:cNvSpPr>
          <p:nvPr/>
        </p:nvSpPr>
        <p:spPr>
          <a:xfrm xmlns:a="http://schemas.openxmlformats.org/drawingml/2006/main">
            <a:off x="685800" y="3810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6D28E0"/>
                </a:solidFill>
                <a:latin typeface="Arial"/>
                <a:ea typeface="Arial"/>
                <a:cs typeface="Arial"/>
              </a:defRPr>
            </a:defPPr>
            <a:lvl1pPr>
              <a:defRPr sz="1350" b="1">
                <a:solidFill>
                  <a:srgbClr val="6D28E0"/>
                </a:solidFill>
                <a:latin typeface="Arial"/>
                <a:ea typeface="Arial"/>
                <a:cs typeface="Arial"/>
              </a:defRPr>
            </a:lvl1pPr>
            <a:lvl2pPr>
              <a:defRPr sz="1350" b="1">
                <a:solidFill>
                  <a:srgbClr val="6D28E0"/>
                </a:solidFill>
                <a:latin typeface="Arial"/>
                <a:ea typeface="Arial"/>
                <a:cs typeface="Arial"/>
              </a:defRPr>
            </a:lvl2pPr>
            <a:lvl3pPr>
              <a:defRPr sz="1350" b="1">
                <a:solidFill>
                  <a:srgbClr val="6D28E0"/>
                </a:solidFill>
                <a:latin typeface="Arial"/>
                <a:ea typeface="Arial"/>
                <a:cs typeface="Arial"/>
              </a:defRPr>
            </a:lvl3pPr>
            <a:lvl4pPr>
              <a:defRPr sz="1350" b="1">
                <a:solidFill>
                  <a:srgbClr val="6D28E0"/>
                </a:solidFill>
                <a:latin typeface="Arial"/>
                <a:ea typeface="Arial"/>
                <a:cs typeface="Arial"/>
              </a:defRPr>
            </a:lvl4pPr>
            <a:lvl5pPr>
              <a:defRPr sz="1350" b="1">
                <a:solidFill>
                  <a:srgbClr val="6D28E0"/>
                </a:solidFill>
                <a:latin typeface="Arial"/>
                <a:ea typeface="Arial"/>
                <a:cs typeface="Arial"/>
              </a:defRPr>
            </a:lvl5pPr>
            <a:lvl6pPr>
              <a:defRPr sz="1350" b="1">
                <a:solidFill>
                  <a:srgbClr val="6D28E0"/>
                </a:solidFill>
                <a:latin typeface="Arial"/>
                <a:ea typeface="Arial"/>
                <a:cs typeface="Arial"/>
              </a:defRPr>
            </a:lvl6pPr>
            <a:lvl7pPr>
              <a:defRPr sz="1350" b="1">
                <a:solidFill>
                  <a:srgbClr val="6D28E0"/>
                </a:solidFill>
                <a:latin typeface="Arial"/>
                <a:ea typeface="Arial"/>
                <a:cs typeface="Arial"/>
              </a:defRPr>
            </a:lvl7pPr>
            <a:lvl8pPr>
              <a:defRPr sz="1350" b="1">
                <a:solidFill>
                  <a:srgbClr val="6D28E0"/>
                </a:solidFill>
                <a:latin typeface="Arial"/>
                <a:ea typeface="Arial"/>
                <a:cs typeface="Arial"/>
              </a:defRPr>
            </a:lvl8pPr>
            <a:lvl9pPr>
              <a:defRPr sz="1350" b="1">
                <a:solidFill>
                  <a:srgbClr val="6D28E0"/>
                </a:solidFill>
                <a:latin typeface="Arial"/>
                <a:ea typeface="Arial"/>
                <a:cs typeface="Arial"/>
              </a:defRPr>
            </a:lvl9pPr>
          </a:lstStyle>
          <a:p xmlns:a="http://schemas.openxmlformats.org/drawingml/2006/main">
            <a:pPr>
              <a:defRPr sz="1350" b="1">
                <a:solidFill>
                  <a:srgbClr val="6D28E0"/>
                </a:solidFill>
                <a:latin typeface="Arial"/>
                <a:ea typeface="Arial"/>
                <a:cs typeface="Arial"/>
              </a:defRPr>
            </a:pPr>
            <a:r>
              <a:rPr sz="1350" b="1">
                <a:solidFill>
                  <a:srgbClr val="6D28E0"/>
                </a:solidFill>
                <a:latin typeface="Arial"/>
                <a:ea typeface="Arial"/>
                <a:cs typeface="Arial"/>
              </a:rPr>
              <a:t>LEARNER LAYOUT / METHOD</a:t>
            </a:r>
          </a:p>
        </p:txBody>
      </p:sp>
      <p:sp>
        <p:nvSpPr>
          <p:cNvPr id="2" name="">
            <a:extLst xmlns:a="http://schemas.openxmlformats.org/drawingml/2006/main">
              <a:ext uri="{FF2B5EF4-FFF2-40B4-BE49-F238E27FC236}">
                <a16:creationId xmlns:a16="http://schemas.microsoft.com/office/drawing/2014/main" id="{8F0496F8-6A47-4E38-9AA1-0D8059FE511D}"/>
              </a:ext>
            </a:extLst>
          </p:cNvPr>
          <p:cNvSpPr>
            <a:spLocks xmlns:a="http://schemas.openxmlformats.org/drawingml/2006/main" noGrp="1"/>
          </p:cNvSpPr>
          <p:nvPr/>
        </p:nvSpPr>
        <p:spPr>
          <a:xfrm xmlns:a="http://schemas.openxmlformats.org/drawingml/2006/main">
            <a:off x="685800" y="10287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A1633"/>
                </a:solidFill>
                <a:latin typeface="Arial"/>
                <a:ea typeface="Arial"/>
                <a:cs typeface="Arial"/>
              </a:defRPr>
            </a:defPPr>
            <a:lvl1pPr>
              <a:defRPr sz="3600" b="1">
                <a:solidFill>
                  <a:srgbClr val="1A1633"/>
                </a:solidFill>
                <a:latin typeface="Arial"/>
                <a:ea typeface="Arial"/>
                <a:cs typeface="Arial"/>
              </a:defRPr>
            </a:lvl1pPr>
            <a:lvl2pPr>
              <a:defRPr sz="3600" b="1">
                <a:solidFill>
                  <a:srgbClr val="1A1633"/>
                </a:solidFill>
                <a:latin typeface="Arial"/>
                <a:ea typeface="Arial"/>
                <a:cs typeface="Arial"/>
              </a:defRPr>
            </a:lvl2pPr>
            <a:lvl3pPr>
              <a:defRPr sz="3600" b="1">
                <a:solidFill>
                  <a:srgbClr val="1A1633"/>
                </a:solidFill>
                <a:latin typeface="Arial"/>
                <a:ea typeface="Arial"/>
                <a:cs typeface="Arial"/>
              </a:defRPr>
            </a:lvl3pPr>
            <a:lvl4pPr>
              <a:defRPr sz="3600" b="1">
                <a:solidFill>
                  <a:srgbClr val="1A1633"/>
                </a:solidFill>
                <a:latin typeface="Arial"/>
                <a:ea typeface="Arial"/>
                <a:cs typeface="Arial"/>
              </a:defRPr>
            </a:lvl4pPr>
            <a:lvl5pPr>
              <a:defRPr sz="3600" b="1">
                <a:solidFill>
                  <a:srgbClr val="1A1633"/>
                </a:solidFill>
                <a:latin typeface="Arial"/>
                <a:ea typeface="Arial"/>
                <a:cs typeface="Arial"/>
              </a:defRPr>
            </a:lvl5pPr>
            <a:lvl6pPr>
              <a:defRPr sz="3600" b="1">
                <a:solidFill>
                  <a:srgbClr val="1A1633"/>
                </a:solidFill>
                <a:latin typeface="Arial"/>
                <a:ea typeface="Arial"/>
                <a:cs typeface="Arial"/>
              </a:defRPr>
            </a:lvl6pPr>
            <a:lvl7pPr>
              <a:defRPr sz="3600" b="1">
                <a:solidFill>
                  <a:srgbClr val="1A1633"/>
                </a:solidFill>
                <a:latin typeface="Arial"/>
                <a:ea typeface="Arial"/>
                <a:cs typeface="Arial"/>
              </a:defRPr>
            </a:lvl7pPr>
            <a:lvl8pPr>
              <a:defRPr sz="3600" b="1">
                <a:solidFill>
                  <a:srgbClr val="1A1633"/>
                </a:solidFill>
                <a:latin typeface="Arial"/>
                <a:ea typeface="Arial"/>
                <a:cs typeface="Arial"/>
              </a:defRPr>
            </a:lvl8pPr>
            <a:lvl9pPr>
              <a:defRPr sz="3600" b="1">
                <a:solidFill>
                  <a:srgbClr val="1A1633"/>
                </a:solidFill>
                <a:latin typeface="Arial"/>
                <a:ea typeface="Arial"/>
                <a:cs typeface="Arial"/>
              </a:defRPr>
            </a:lvl9pPr>
          </a:lstStyle>
          <a:p xmlns:a="http://schemas.openxmlformats.org/drawingml/2006/main">
            <a:pPr>
              <a:defRPr sz="3600" b="1">
                <a:solidFill>
                  <a:srgbClr val="1A1633"/>
                </a:solidFill>
                <a:latin typeface="Arial"/>
                <a:ea typeface="Arial"/>
                <a:cs typeface="Arial"/>
              </a:defRPr>
            </a:pPr>
            <a:r>
              <a:rPr sz="3600" b="1">
                <a:solidFill>
                  <a:srgbClr val="1A1633"/>
                </a:solidFill>
                <a:latin typeface="Arial"/>
                <a:ea typeface="Arial"/>
                <a:cs typeface="Arial"/>
              </a:rPr>
              <a:t>[The complete useful method]</a:t>
            </a:r>
          </a:p>
        </p:txBody>
      </p:sp>
      <p:sp>
        <p:nvSpPr>
          <p:cNvPr id="3" name="">
            <a:extLst xmlns:a="http://schemas.openxmlformats.org/drawingml/2006/main">
              <a:ext uri="{FF2B5EF4-FFF2-40B4-BE49-F238E27FC236}">
                <a16:creationId xmlns:a16="http://schemas.microsoft.com/office/drawing/2014/main" id="{15017690-BA84-45AD-9436-3C59C216547F}"/>
              </a:ext>
            </a:extLst>
          </p:cNvPr>
          <p:cNvSpPr>
            <a:spLocks xmlns:a="http://schemas.openxmlformats.org/drawingml/2006/main" noGrp="1"/>
          </p:cNvSpPr>
          <p:nvPr/>
        </p:nvSpPr>
        <p:spPr>
          <a:xfrm xmlns:a="http://schemas.openxmlformats.org/drawingml/2006/main">
            <a:off x="685800" y="6362700"/>
            <a:ext cx="9906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5470"/>
                </a:solidFill>
                <a:latin typeface="Arial"/>
                <a:ea typeface="Arial"/>
                <a:cs typeface="Arial"/>
              </a:defRPr>
            </a:defPPr>
            <a:lvl1pPr>
              <a:defRPr sz="1200" b="0">
                <a:solidFill>
                  <a:srgbClr val="5B5470"/>
                </a:solidFill>
                <a:latin typeface="Arial"/>
                <a:ea typeface="Arial"/>
                <a:cs typeface="Arial"/>
              </a:defRPr>
            </a:lvl1pPr>
            <a:lvl2pPr>
              <a:defRPr sz="1200" b="0">
                <a:solidFill>
                  <a:srgbClr val="5B5470"/>
                </a:solidFill>
                <a:latin typeface="Arial"/>
                <a:ea typeface="Arial"/>
                <a:cs typeface="Arial"/>
              </a:defRPr>
            </a:lvl2pPr>
            <a:lvl3pPr>
              <a:defRPr sz="1200" b="0">
                <a:solidFill>
                  <a:srgbClr val="5B5470"/>
                </a:solidFill>
                <a:latin typeface="Arial"/>
                <a:ea typeface="Arial"/>
                <a:cs typeface="Arial"/>
              </a:defRPr>
            </a:lvl3pPr>
            <a:lvl4pPr>
              <a:defRPr sz="1200" b="0">
                <a:solidFill>
                  <a:srgbClr val="5B5470"/>
                </a:solidFill>
                <a:latin typeface="Arial"/>
                <a:ea typeface="Arial"/>
                <a:cs typeface="Arial"/>
              </a:defRPr>
            </a:lvl4pPr>
            <a:lvl5pPr>
              <a:defRPr sz="1200" b="0">
                <a:solidFill>
                  <a:srgbClr val="5B5470"/>
                </a:solidFill>
                <a:latin typeface="Arial"/>
                <a:ea typeface="Arial"/>
                <a:cs typeface="Arial"/>
              </a:defRPr>
            </a:lvl5pPr>
            <a:lvl6pPr>
              <a:defRPr sz="1200" b="0">
                <a:solidFill>
                  <a:srgbClr val="5B5470"/>
                </a:solidFill>
                <a:latin typeface="Arial"/>
                <a:ea typeface="Arial"/>
                <a:cs typeface="Arial"/>
              </a:defRPr>
            </a:lvl6pPr>
            <a:lvl7pPr>
              <a:defRPr sz="1200" b="0">
                <a:solidFill>
                  <a:srgbClr val="5B5470"/>
                </a:solidFill>
                <a:latin typeface="Arial"/>
                <a:ea typeface="Arial"/>
                <a:cs typeface="Arial"/>
              </a:defRPr>
            </a:lvl7pPr>
            <a:lvl8pPr>
              <a:defRPr sz="1200" b="0">
                <a:solidFill>
                  <a:srgbClr val="5B5470"/>
                </a:solidFill>
                <a:latin typeface="Arial"/>
                <a:ea typeface="Arial"/>
                <a:cs typeface="Arial"/>
              </a:defRPr>
            </a:lvl8pPr>
            <a:lvl9pPr>
              <a:defRPr sz="1200" b="0">
                <a:solidFill>
                  <a:srgbClr val="5B5470"/>
                </a:solidFill>
                <a:latin typeface="Arial"/>
                <a:ea typeface="Arial"/>
                <a:cs typeface="Arial"/>
              </a:defRPr>
            </a:lvl9pPr>
          </a:lstStyle>
          <a:p xmlns:a="http://schemas.openxmlformats.org/drawingml/2006/main">
            <a:pPr>
              <a:defRPr sz="1200" b="0">
                <a:solidFill>
                  <a:srgbClr val="5B5470"/>
                </a:solidFill>
                <a:latin typeface="Arial"/>
                <a:ea typeface="Arial"/>
                <a:cs typeface="Arial"/>
              </a:defRPr>
            </a:pPr>
            <a:r>
              <a:rPr sz="1200" b="0">
                <a:solidFill>
                  <a:srgbClr val="5B5470"/>
                </a:solidFill>
                <a:latin typeface="Arial"/>
                <a:ea typeface="Arial"/>
                <a:cs typeface="Arial"/>
              </a:rPr>
              <a:t>Motif Path  /  Content presentation template</a:t>
            </a:r>
          </a:p>
        </p:txBody>
      </p:sp>
      <p:sp>
        <p:nvSpPr>
          <p:cNvPr id="4" name="">
            <a:extLst xmlns:a="http://schemas.openxmlformats.org/drawingml/2006/main">
              <a:ext uri="{FF2B5EF4-FFF2-40B4-BE49-F238E27FC236}">
                <a16:creationId xmlns:a16="http://schemas.microsoft.com/office/drawing/2014/main" id="{2485C275-E94A-4648-83F9-8EA06B335B37}"/>
              </a:ext>
            </a:extLst>
          </p:cNvPr>
          <p:cNvSpPr>
            <a:spLocks xmlns:a="http://schemas.openxmlformats.org/drawingml/2006/main" noGrp="1"/>
          </p:cNvSpPr>
          <p:nvPr/>
        </p:nvSpPr>
        <p:spPr>
          <a:xfrm xmlns:a="http://schemas.openxmlformats.org/drawingml/2006/main">
            <a:off x="109537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5470"/>
                </a:solidFill>
                <a:latin typeface="Arial"/>
                <a:ea typeface="Arial"/>
                <a:cs typeface="Arial"/>
              </a:defRPr>
            </a:defPPr>
            <a:lvl1pPr>
              <a:defRPr sz="1200" b="0">
                <a:solidFill>
                  <a:srgbClr val="5B5470"/>
                </a:solidFill>
                <a:latin typeface="Arial"/>
                <a:ea typeface="Arial"/>
                <a:cs typeface="Arial"/>
              </a:defRPr>
            </a:lvl1pPr>
            <a:lvl2pPr>
              <a:defRPr sz="1200" b="0">
                <a:solidFill>
                  <a:srgbClr val="5B5470"/>
                </a:solidFill>
                <a:latin typeface="Arial"/>
                <a:ea typeface="Arial"/>
                <a:cs typeface="Arial"/>
              </a:defRPr>
            </a:lvl2pPr>
            <a:lvl3pPr>
              <a:defRPr sz="1200" b="0">
                <a:solidFill>
                  <a:srgbClr val="5B5470"/>
                </a:solidFill>
                <a:latin typeface="Arial"/>
                <a:ea typeface="Arial"/>
                <a:cs typeface="Arial"/>
              </a:defRPr>
            </a:lvl3pPr>
            <a:lvl4pPr>
              <a:defRPr sz="1200" b="0">
                <a:solidFill>
                  <a:srgbClr val="5B5470"/>
                </a:solidFill>
                <a:latin typeface="Arial"/>
                <a:ea typeface="Arial"/>
                <a:cs typeface="Arial"/>
              </a:defRPr>
            </a:lvl4pPr>
            <a:lvl5pPr>
              <a:defRPr sz="1200" b="0">
                <a:solidFill>
                  <a:srgbClr val="5B5470"/>
                </a:solidFill>
                <a:latin typeface="Arial"/>
                <a:ea typeface="Arial"/>
                <a:cs typeface="Arial"/>
              </a:defRPr>
            </a:lvl5pPr>
            <a:lvl6pPr>
              <a:defRPr sz="1200" b="0">
                <a:solidFill>
                  <a:srgbClr val="5B5470"/>
                </a:solidFill>
                <a:latin typeface="Arial"/>
                <a:ea typeface="Arial"/>
                <a:cs typeface="Arial"/>
              </a:defRPr>
            </a:lvl6pPr>
            <a:lvl7pPr>
              <a:defRPr sz="1200" b="0">
                <a:solidFill>
                  <a:srgbClr val="5B5470"/>
                </a:solidFill>
                <a:latin typeface="Arial"/>
                <a:ea typeface="Arial"/>
                <a:cs typeface="Arial"/>
              </a:defRPr>
            </a:lvl7pPr>
            <a:lvl8pPr>
              <a:defRPr sz="1200" b="0">
                <a:solidFill>
                  <a:srgbClr val="5B5470"/>
                </a:solidFill>
                <a:latin typeface="Arial"/>
                <a:ea typeface="Arial"/>
                <a:cs typeface="Arial"/>
              </a:defRPr>
            </a:lvl8pPr>
            <a:lvl9pPr>
              <a:defRPr sz="1200" b="0">
                <a:solidFill>
                  <a:srgbClr val="5B5470"/>
                </a:solidFill>
                <a:latin typeface="Arial"/>
                <a:ea typeface="Arial"/>
                <a:cs typeface="Arial"/>
              </a:defRPr>
            </a:lvl9pPr>
          </a:lstStyle>
          <a:p xmlns:a="http://schemas.openxmlformats.org/drawingml/2006/main">
            <a:pPr>
              <a:defRPr sz="1200" b="0">
                <a:solidFill>
                  <a:srgbClr val="5B5470"/>
                </a:solidFill>
                <a:latin typeface="Arial"/>
                <a:ea typeface="Arial"/>
                <a:cs typeface="Arial"/>
              </a:defRPr>
            </a:pPr>
            <a:r>
              <a:rPr sz="1200" b="0">
                <a:solidFill>
                  <a:srgbClr val="5B5470"/>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AD0AE7D9-5528-40B2-A5AD-03E4857C0363}"/>
              </a:ext>
            </a:extLst>
          </p:cNvPr>
          <p:cNvSpPr>
            <a:spLocks xmlns:a="http://schemas.openxmlformats.org/drawingml/2006/main" noGrp="1"/>
          </p:cNvSpPr>
          <p:nvPr/>
        </p:nvSpPr>
        <p:spPr>
          <a:xfrm xmlns:a="http://schemas.openxmlformats.org/drawingml/2006/main">
            <a:off x="685800" y="2476500"/>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A1633"/>
                </a:solidFill>
                <a:latin typeface="Arial"/>
                <a:ea typeface="Arial"/>
                <a:cs typeface="Arial"/>
              </a:defRPr>
            </a:defPPr>
            <a:lvl1pPr>
              <a:defRPr sz="2550" b="0">
                <a:solidFill>
                  <a:srgbClr val="1A1633"/>
                </a:solidFill>
                <a:latin typeface="Arial"/>
                <a:ea typeface="Arial"/>
                <a:cs typeface="Arial"/>
              </a:defRPr>
            </a:lvl1pPr>
            <a:lvl2pPr>
              <a:defRPr sz="2550" b="0">
                <a:solidFill>
                  <a:srgbClr val="1A1633"/>
                </a:solidFill>
                <a:latin typeface="Arial"/>
                <a:ea typeface="Arial"/>
                <a:cs typeface="Arial"/>
              </a:defRPr>
            </a:lvl2pPr>
            <a:lvl3pPr>
              <a:defRPr sz="2550" b="0">
                <a:solidFill>
                  <a:srgbClr val="1A1633"/>
                </a:solidFill>
                <a:latin typeface="Arial"/>
                <a:ea typeface="Arial"/>
                <a:cs typeface="Arial"/>
              </a:defRPr>
            </a:lvl3pPr>
            <a:lvl4pPr>
              <a:defRPr sz="2550" b="0">
                <a:solidFill>
                  <a:srgbClr val="1A1633"/>
                </a:solidFill>
                <a:latin typeface="Arial"/>
                <a:ea typeface="Arial"/>
                <a:cs typeface="Arial"/>
              </a:defRPr>
            </a:lvl4pPr>
            <a:lvl5pPr>
              <a:defRPr sz="2550" b="0">
                <a:solidFill>
                  <a:srgbClr val="1A1633"/>
                </a:solidFill>
                <a:latin typeface="Arial"/>
                <a:ea typeface="Arial"/>
                <a:cs typeface="Arial"/>
              </a:defRPr>
            </a:lvl5pPr>
            <a:lvl6pPr>
              <a:defRPr sz="2550" b="0">
                <a:solidFill>
                  <a:srgbClr val="1A1633"/>
                </a:solidFill>
                <a:latin typeface="Arial"/>
                <a:ea typeface="Arial"/>
                <a:cs typeface="Arial"/>
              </a:defRPr>
            </a:lvl6pPr>
            <a:lvl7pPr>
              <a:defRPr sz="2550" b="0">
                <a:solidFill>
                  <a:srgbClr val="1A1633"/>
                </a:solidFill>
                <a:latin typeface="Arial"/>
                <a:ea typeface="Arial"/>
                <a:cs typeface="Arial"/>
              </a:defRPr>
            </a:lvl7pPr>
            <a:lvl8pPr>
              <a:defRPr sz="2550" b="0">
                <a:solidFill>
                  <a:srgbClr val="1A1633"/>
                </a:solidFill>
                <a:latin typeface="Arial"/>
                <a:ea typeface="Arial"/>
                <a:cs typeface="Arial"/>
              </a:defRPr>
            </a:lvl8pPr>
            <a:lvl9pPr>
              <a:defRPr sz="2550" b="0">
                <a:solidFill>
                  <a:srgbClr val="1A1633"/>
                </a:solidFill>
                <a:latin typeface="Arial"/>
                <a:ea typeface="Arial"/>
                <a:cs typeface="Arial"/>
              </a:defRPr>
            </a:lvl9pPr>
          </a:lstStyle>
          <a:p xmlns:a="http://schemas.openxmlformats.org/drawingml/2006/main">
            <a:pPr>
              <a:defRPr sz="2550" b="0">
                <a:solidFill>
                  <a:srgbClr val="1A1633"/>
                </a:solidFill>
                <a:latin typeface="Arial"/>
                <a:ea typeface="Arial"/>
                <a:cs typeface="Arial"/>
              </a:defRPr>
            </a:pPr>
            <a:r>
              <a:rPr sz="2550" b="0">
                <a:solidFill>
                  <a:srgbClr val="1A1633"/>
                </a:solidFill>
                <a:latin typeface="Arial"/>
                <a:ea typeface="Arial"/>
                <a:cs typeface="Arial"/>
              </a:rPr>
              <a:t>01   [First concrete action]</a:t>
            </a:r>
          </a:p>
        </p:txBody>
      </p:sp>
      <p:sp>
        <p:nvSpPr>
          <p:cNvPr id="6" name="">
            <a:extLst xmlns:a="http://schemas.openxmlformats.org/drawingml/2006/main">
              <a:ext uri="{FF2B5EF4-FFF2-40B4-BE49-F238E27FC236}">
                <a16:creationId xmlns:a16="http://schemas.microsoft.com/office/drawing/2014/main" id="{9C4F21F6-F852-48EE-BC50-4AC881C1F3D3}"/>
              </a:ext>
            </a:extLst>
          </p:cNvPr>
          <p:cNvSpPr>
            <a:spLocks xmlns:a="http://schemas.openxmlformats.org/drawingml/2006/main" noGrp="1"/>
          </p:cNvSpPr>
          <p:nvPr/>
        </p:nvSpPr>
        <p:spPr>
          <a:xfrm xmlns:a="http://schemas.openxmlformats.org/drawingml/2006/main">
            <a:off x="685800" y="347662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A1633"/>
                </a:solidFill>
                <a:latin typeface="Arial"/>
                <a:ea typeface="Arial"/>
                <a:cs typeface="Arial"/>
              </a:defRPr>
            </a:defPPr>
            <a:lvl1pPr>
              <a:defRPr sz="2550" b="0">
                <a:solidFill>
                  <a:srgbClr val="1A1633"/>
                </a:solidFill>
                <a:latin typeface="Arial"/>
                <a:ea typeface="Arial"/>
                <a:cs typeface="Arial"/>
              </a:defRPr>
            </a:lvl1pPr>
            <a:lvl2pPr>
              <a:defRPr sz="2550" b="0">
                <a:solidFill>
                  <a:srgbClr val="1A1633"/>
                </a:solidFill>
                <a:latin typeface="Arial"/>
                <a:ea typeface="Arial"/>
                <a:cs typeface="Arial"/>
              </a:defRPr>
            </a:lvl2pPr>
            <a:lvl3pPr>
              <a:defRPr sz="2550" b="0">
                <a:solidFill>
                  <a:srgbClr val="1A1633"/>
                </a:solidFill>
                <a:latin typeface="Arial"/>
                <a:ea typeface="Arial"/>
                <a:cs typeface="Arial"/>
              </a:defRPr>
            </a:lvl3pPr>
            <a:lvl4pPr>
              <a:defRPr sz="2550" b="0">
                <a:solidFill>
                  <a:srgbClr val="1A1633"/>
                </a:solidFill>
                <a:latin typeface="Arial"/>
                <a:ea typeface="Arial"/>
                <a:cs typeface="Arial"/>
              </a:defRPr>
            </a:lvl4pPr>
            <a:lvl5pPr>
              <a:defRPr sz="2550" b="0">
                <a:solidFill>
                  <a:srgbClr val="1A1633"/>
                </a:solidFill>
                <a:latin typeface="Arial"/>
                <a:ea typeface="Arial"/>
                <a:cs typeface="Arial"/>
              </a:defRPr>
            </a:lvl5pPr>
            <a:lvl6pPr>
              <a:defRPr sz="2550" b="0">
                <a:solidFill>
                  <a:srgbClr val="1A1633"/>
                </a:solidFill>
                <a:latin typeface="Arial"/>
                <a:ea typeface="Arial"/>
                <a:cs typeface="Arial"/>
              </a:defRPr>
            </a:lvl6pPr>
            <a:lvl7pPr>
              <a:defRPr sz="2550" b="0">
                <a:solidFill>
                  <a:srgbClr val="1A1633"/>
                </a:solidFill>
                <a:latin typeface="Arial"/>
                <a:ea typeface="Arial"/>
                <a:cs typeface="Arial"/>
              </a:defRPr>
            </a:lvl7pPr>
            <a:lvl8pPr>
              <a:defRPr sz="2550" b="0">
                <a:solidFill>
                  <a:srgbClr val="1A1633"/>
                </a:solidFill>
                <a:latin typeface="Arial"/>
                <a:ea typeface="Arial"/>
                <a:cs typeface="Arial"/>
              </a:defRPr>
            </a:lvl8pPr>
            <a:lvl9pPr>
              <a:defRPr sz="2550" b="0">
                <a:solidFill>
                  <a:srgbClr val="1A1633"/>
                </a:solidFill>
                <a:latin typeface="Arial"/>
                <a:ea typeface="Arial"/>
                <a:cs typeface="Arial"/>
              </a:defRPr>
            </a:lvl9pPr>
          </a:lstStyle>
          <a:p xmlns:a="http://schemas.openxmlformats.org/drawingml/2006/main">
            <a:pPr>
              <a:defRPr sz="2550" b="0">
                <a:solidFill>
                  <a:srgbClr val="1A1633"/>
                </a:solidFill>
                <a:latin typeface="Arial"/>
                <a:ea typeface="Arial"/>
                <a:cs typeface="Arial"/>
              </a:defRPr>
            </a:pPr>
            <a:r>
              <a:rPr sz="2550" b="0">
                <a:solidFill>
                  <a:srgbClr val="1A1633"/>
                </a:solidFill>
                <a:latin typeface="Arial"/>
                <a:ea typeface="Arial"/>
                <a:cs typeface="Arial"/>
              </a:rPr>
              <a:t>02   [Next action with the essential detail]</a:t>
            </a:r>
          </a:p>
        </p:txBody>
      </p:sp>
      <p:sp>
        <p:nvSpPr>
          <p:cNvPr id="7" name="">
            <a:extLst xmlns:a="http://schemas.openxmlformats.org/drawingml/2006/main">
              <a:ext uri="{FF2B5EF4-FFF2-40B4-BE49-F238E27FC236}">
                <a16:creationId xmlns:a16="http://schemas.microsoft.com/office/drawing/2014/main" id="{4A06A242-C873-4D11-8E41-5B9E22FE517B}"/>
              </a:ext>
            </a:extLst>
          </p:cNvPr>
          <p:cNvSpPr>
            <a:spLocks xmlns:a="http://schemas.openxmlformats.org/drawingml/2006/main" noGrp="1"/>
          </p:cNvSpPr>
          <p:nvPr/>
        </p:nvSpPr>
        <p:spPr>
          <a:xfrm xmlns:a="http://schemas.openxmlformats.org/drawingml/2006/main">
            <a:off x="685800" y="4476750"/>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A1633"/>
                </a:solidFill>
                <a:latin typeface="Arial"/>
                <a:ea typeface="Arial"/>
                <a:cs typeface="Arial"/>
              </a:defRPr>
            </a:defPPr>
            <a:lvl1pPr>
              <a:defRPr sz="2550" b="0">
                <a:solidFill>
                  <a:srgbClr val="1A1633"/>
                </a:solidFill>
                <a:latin typeface="Arial"/>
                <a:ea typeface="Arial"/>
                <a:cs typeface="Arial"/>
              </a:defRPr>
            </a:lvl1pPr>
            <a:lvl2pPr>
              <a:defRPr sz="2550" b="0">
                <a:solidFill>
                  <a:srgbClr val="1A1633"/>
                </a:solidFill>
                <a:latin typeface="Arial"/>
                <a:ea typeface="Arial"/>
                <a:cs typeface="Arial"/>
              </a:defRPr>
            </a:lvl2pPr>
            <a:lvl3pPr>
              <a:defRPr sz="2550" b="0">
                <a:solidFill>
                  <a:srgbClr val="1A1633"/>
                </a:solidFill>
                <a:latin typeface="Arial"/>
                <a:ea typeface="Arial"/>
                <a:cs typeface="Arial"/>
              </a:defRPr>
            </a:lvl3pPr>
            <a:lvl4pPr>
              <a:defRPr sz="2550" b="0">
                <a:solidFill>
                  <a:srgbClr val="1A1633"/>
                </a:solidFill>
                <a:latin typeface="Arial"/>
                <a:ea typeface="Arial"/>
                <a:cs typeface="Arial"/>
              </a:defRPr>
            </a:lvl4pPr>
            <a:lvl5pPr>
              <a:defRPr sz="2550" b="0">
                <a:solidFill>
                  <a:srgbClr val="1A1633"/>
                </a:solidFill>
                <a:latin typeface="Arial"/>
                <a:ea typeface="Arial"/>
                <a:cs typeface="Arial"/>
              </a:defRPr>
            </a:lvl5pPr>
            <a:lvl6pPr>
              <a:defRPr sz="2550" b="0">
                <a:solidFill>
                  <a:srgbClr val="1A1633"/>
                </a:solidFill>
                <a:latin typeface="Arial"/>
                <a:ea typeface="Arial"/>
                <a:cs typeface="Arial"/>
              </a:defRPr>
            </a:lvl6pPr>
            <a:lvl7pPr>
              <a:defRPr sz="2550" b="0">
                <a:solidFill>
                  <a:srgbClr val="1A1633"/>
                </a:solidFill>
                <a:latin typeface="Arial"/>
                <a:ea typeface="Arial"/>
                <a:cs typeface="Arial"/>
              </a:defRPr>
            </a:lvl7pPr>
            <a:lvl8pPr>
              <a:defRPr sz="2550" b="0">
                <a:solidFill>
                  <a:srgbClr val="1A1633"/>
                </a:solidFill>
                <a:latin typeface="Arial"/>
                <a:ea typeface="Arial"/>
                <a:cs typeface="Arial"/>
              </a:defRPr>
            </a:lvl8pPr>
            <a:lvl9pPr>
              <a:defRPr sz="2550" b="0">
                <a:solidFill>
                  <a:srgbClr val="1A1633"/>
                </a:solidFill>
                <a:latin typeface="Arial"/>
                <a:ea typeface="Arial"/>
                <a:cs typeface="Arial"/>
              </a:defRPr>
            </a:lvl9pPr>
          </a:lstStyle>
          <a:p xmlns:a="http://schemas.openxmlformats.org/drawingml/2006/main">
            <a:pPr>
              <a:defRPr sz="2550" b="0">
                <a:solidFill>
                  <a:srgbClr val="1A1633"/>
                </a:solidFill>
                <a:latin typeface="Arial"/>
                <a:ea typeface="Arial"/>
                <a:cs typeface="Arial"/>
              </a:defRPr>
            </a:pPr>
            <a:r>
              <a:rPr sz="2550" b="0">
                <a:solidFill>
                  <a:srgbClr val="1A1633"/>
                </a:solidFill>
                <a:latin typeface="Arial"/>
                <a:ea typeface="Arial"/>
                <a:cs typeface="Arial"/>
              </a:rPr>
              <a:t>03   [How to tell the method worked]</a:t>
            </a:r>
          </a:p>
        </p:txBody>
      </p:sp>
    </p:spTree>
    <p:extLst>
      <p:ext uri="{BB962C8B-B14F-4D97-AF65-F5344CB8AC3E}">
        <p14:creationId xmlns:p14="http://schemas.microsoft.com/office/powerpoint/2010/main" val="1943706999"/>
      </p:ext>
    </p:extLst>
  </p:cSld>
</p:sld>
</file>

<file path=ppt/slides/slide5.xml><?xml version="1.0" encoding="utf-8"?>
<p:sld xmlns:p="http://schemas.openxmlformats.org/presentationml/2006/main">
  <p:cSld>
    <p:bg>
      <p:bgPr>
        <a:solidFill xmlns:a="http://schemas.openxmlformats.org/drawingml/2006/main">
          <a:srgbClr val="FBFA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9AF0C80-07EA-4076-B72A-11E926B21DC5}"/>
              </a:ext>
            </a:extLst>
          </p:cNvPr>
          <p:cNvSpPr>
            <a:spLocks xmlns:a="http://schemas.openxmlformats.org/drawingml/2006/main" noGrp="1"/>
          </p:cNvSpPr>
          <p:nvPr/>
        </p:nvSpPr>
        <p:spPr>
          <a:xfrm xmlns:a="http://schemas.openxmlformats.org/drawingml/2006/main">
            <a:off x="685800" y="3810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6D28E0"/>
                </a:solidFill>
                <a:latin typeface="Arial"/>
                <a:ea typeface="Arial"/>
                <a:cs typeface="Arial"/>
              </a:defRPr>
            </a:defPPr>
            <a:lvl1pPr>
              <a:defRPr sz="1350" b="1">
                <a:solidFill>
                  <a:srgbClr val="6D28E0"/>
                </a:solidFill>
                <a:latin typeface="Arial"/>
                <a:ea typeface="Arial"/>
                <a:cs typeface="Arial"/>
              </a:defRPr>
            </a:lvl1pPr>
            <a:lvl2pPr>
              <a:defRPr sz="1350" b="1">
                <a:solidFill>
                  <a:srgbClr val="6D28E0"/>
                </a:solidFill>
                <a:latin typeface="Arial"/>
                <a:ea typeface="Arial"/>
                <a:cs typeface="Arial"/>
              </a:defRPr>
            </a:lvl2pPr>
            <a:lvl3pPr>
              <a:defRPr sz="1350" b="1">
                <a:solidFill>
                  <a:srgbClr val="6D28E0"/>
                </a:solidFill>
                <a:latin typeface="Arial"/>
                <a:ea typeface="Arial"/>
                <a:cs typeface="Arial"/>
              </a:defRPr>
            </a:lvl3pPr>
            <a:lvl4pPr>
              <a:defRPr sz="1350" b="1">
                <a:solidFill>
                  <a:srgbClr val="6D28E0"/>
                </a:solidFill>
                <a:latin typeface="Arial"/>
                <a:ea typeface="Arial"/>
                <a:cs typeface="Arial"/>
              </a:defRPr>
            </a:lvl4pPr>
            <a:lvl5pPr>
              <a:defRPr sz="1350" b="1">
                <a:solidFill>
                  <a:srgbClr val="6D28E0"/>
                </a:solidFill>
                <a:latin typeface="Arial"/>
                <a:ea typeface="Arial"/>
                <a:cs typeface="Arial"/>
              </a:defRPr>
            </a:lvl5pPr>
            <a:lvl6pPr>
              <a:defRPr sz="1350" b="1">
                <a:solidFill>
                  <a:srgbClr val="6D28E0"/>
                </a:solidFill>
                <a:latin typeface="Arial"/>
                <a:ea typeface="Arial"/>
                <a:cs typeface="Arial"/>
              </a:defRPr>
            </a:lvl6pPr>
            <a:lvl7pPr>
              <a:defRPr sz="1350" b="1">
                <a:solidFill>
                  <a:srgbClr val="6D28E0"/>
                </a:solidFill>
                <a:latin typeface="Arial"/>
                <a:ea typeface="Arial"/>
                <a:cs typeface="Arial"/>
              </a:defRPr>
            </a:lvl7pPr>
            <a:lvl8pPr>
              <a:defRPr sz="1350" b="1">
                <a:solidFill>
                  <a:srgbClr val="6D28E0"/>
                </a:solidFill>
                <a:latin typeface="Arial"/>
                <a:ea typeface="Arial"/>
                <a:cs typeface="Arial"/>
              </a:defRPr>
            </a:lvl8pPr>
            <a:lvl9pPr>
              <a:defRPr sz="1350" b="1">
                <a:solidFill>
                  <a:srgbClr val="6D28E0"/>
                </a:solidFill>
                <a:latin typeface="Arial"/>
                <a:ea typeface="Arial"/>
                <a:cs typeface="Arial"/>
              </a:defRPr>
            </a:lvl9pPr>
          </a:lstStyle>
          <a:p xmlns:a="http://schemas.openxmlformats.org/drawingml/2006/main">
            <a:pPr>
              <a:defRPr sz="1350" b="1">
                <a:solidFill>
                  <a:srgbClr val="6D28E0"/>
                </a:solidFill>
                <a:latin typeface="Arial"/>
                <a:ea typeface="Arial"/>
                <a:cs typeface="Arial"/>
              </a:defRPr>
            </a:pPr>
            <a:r>
              <a:rPr sz="1350" b="1">
                <a:solidFill>
                  <a:srgbClr val="6D28E0"/>
                </a:solidFill>
                <a:latin typeface="Arial"/>
                <a:ea typeface="Arial"/>
                <a:cs typeface="Arial"/>
              </a:rPr>
              <a:t>LEARNER LAYOUT / DEMONSTRATION</a:t>
            </a:r>
          </a:p>
        </p:txBody>
      </p:sp>
      <p:sp>
        <p:nvSpPr>
          <p:cNvPr id="2" name="">
            <a:extLst xmlns:a="http://schemas.openxmlformats.org/drawingml/2006/main">
              <a:ext uri="{FF2B5EF4-FFF2-40B4-BE49-F238E27FC236}">
                <a16:creationId xmlns:a16="http://schemas.microsoft.com/office/drawing/2014/main" id="{7F1DF546-E506-455D-B61A-BDA784B739A2}"/>
              </a:ext>
            </a:extLst>
          </p:cNvPr>
          <p:cNvSpPr>
            <a:spLocks xmlns:a="http://schemas.openxmlformats.org/drawingml/2006/main" noGrp="1"/>
          </p:cNvSpPr>
          <p:nvPr/>
        </p:nvSpPr>
        <p:spPr>
          <a:xfrm xmlns:a="http://schemas.openxmlformats.org/drawingml/2006/main">
            <a:off x="685800" y="10287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A1633"/>
                </a:solidFill>
                <a:latin typeface="Arial"/>
                <a:ea typeface="Arial"/>
                <a:cs typeface="Arial"/>
              </a:defRPr>
            </a:defPPr>
            <a:lvl1pPr>
              <a:defRPr sz="3600" b="1">
                <a:solidFill>
                  <a:srgbClr val="1A1633"/>
                </a:solidFill>
                <a:latin typeface="Arial"/>
                <a:ea typeface="Arial"/>
                <a:cs typeface="Arial"/>
              </a:defRPr>
            </a:lvl1pPr>
            <a:lvl2pPr>
              <a:defRPr sz="3600" b="1">
                <a:solidFill>
                  <a:srgbClr val="1A1633"/>
                </a:solidFill>
                <a:latin typeface="Arial"/>
                <a:ea typeface="Arial"/>
                <a:cs typeface="Arial"/>
              </a:defRPr>
            </a:lvl2pPr>
            <a:lvl3pPr>
              <a:defRPr sz="3600" b="1">
                <a:solidFill>
                  <a:srgbClr val="1A1633"/>
                </a:solidFill>
                <a:latin typeface="Arial"/>
                <a:ea typeface="Arial"/>
                <a:cs typeface="Arial"/>
              </a:defRPr>
            </a:lvl3pPr>
            <a:lvl4pPr>
              <a:defRPr sz="3600" b="1">
                <a:solidFill>
                  <a:srgbClr val="1A1633"/>
                </a:solidFill>
                <a:latin typeface="Arial"/>
                <a:ea typeface="Arial"/>
                <a:cs typeface="Arial"/>
              </a:defRPr>
            </a:lvl4pPr>
            <a:lvl5pPr>
              <a:defRPr sz="3600" b="1">
                <a:solidFill>
                  <a:srgbClr val="1A1633"/>
                </a:solidFill>
                <a:latin typeface="Arial"/>
                <a:ea typeface="Arial"/>
                <a:cs typeface="Arial"/>
              </a:defRPr>
            </a:lvl5pPr>
            <a:lvl6pPr>
              <a:defRPr sz="3600" b="1">
                <a:solidFill>
                  <a:srgbClr val="1A1633"/>
                </a:solidFill>
                <a:latin typeface="Arial"/>
                <a:ea typeface="Arial"/>
                <a:cs typeface="Arial"/>
              </a:defRPr>
            </a:lvl6pPr>
            <a:lvl7pPr>
              <a:defRPr sz="3600" b="1">
                <a:solidFill>
                  <a:srgbClr val="1A1633"/>
                </a:solidFill>
                <a:latin typeface="Arial"/>
                <a:ea typeface="Arial"/>
                <a:cs typeface="Arial"/>
              </a:defRPr>
            </a:lvl7pPr>
            <a:lvl8pPr>
              <a:defRPr sz="3600" b="1">
                <a:solidFill>
                  <a:srgbClr val="1A1633"/>
                </a:solidFill>
                <a:latin typeface="Arial"/>
                <a:ea typeface="Arial"/>
                <a:cs typeface="Arial"/>
              </a:defRPr>
            </a:lvl8pPr>
            <a:lvl9pPr>
              <a:defRPr sz="3600" b="1">
                <a:solidFill>
                  <a:srgbClr val="1A1633"/>
                </a:solidFill>
                <a:latin typeface="Arial"/>
                <a:ea typeface="Arial"/>
                <a:cs typeface="Arial"/>
              </a:defRPr>
            </a:lvl9pPr>
          </a:lstStyle>
          <a:p xmlns:a="http://schemas.openxmlformats.org/drawingml/2006/main">
            <a:pPr>
              <a:defRPr sz="3600" b="1">
                <a:solidFill>
                  <a:srgbClr val="1A1633"/>
                </a:solidFill>
                <a:latin typeface="Arial"/>
                <a:ea typeface="Arial"/>
                <a:cs typeface="Arial"/>
              </a:defRPr>
            </a:pPr>
            <a:r>
              <a:rPr sz="3600" b="1">
                <a:solidFill>
                  <a:srgbClr val="1A1633"/>
                </a:solidFill>
                <a:latin typeface="Arial"/>
                <a:ea typeface="Arial"/>
                <a:cs typeface="Arial"/>
              </a:rPr>
              <a:t>[The method in a musical example]</a:t>
            </a:r>
          </a:p>
        </p:txBody>
      </p:sp>
      <p:sp>
        <p:nvSpPr>
          <p:cNvPr id="3" name="">
            <a:extLst xmlns:a="http://schemas.openxmlformats.org/drawingml/2006/main">
              <a:ext uri="{FF2B5EF4-FFF2-40B4-BE49-F238E27FC236}">
                <a16:creationId xmlns:a16="http://schemas.microsoft.com/office/drawing/2014/main" id="{ECF81C53-107B-40F0-9F99-94FB9C9EA84D}"/>
              </a:ext>
            </a:extLst>
          </p:cNvPr>
          <p:cNvSpPr>
            <a:spLocks xmlns:a="http://schemas.openxmlformats.org/drawingml/2006/main" noGrp="1"/>
          </p:cNvSpPr>
          <p:nvPr/>
        </p:nvSpPr>
        <p:spPr>
          <a:xfrm xmlns:a="http://schemas.openxmlformats.org/drawingml/2006/main">
            <a:off x="685800" y="6362700"/>
            <a:ext cx="9906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5470"/>
                </a:solidFill>
                <a:latin typeface="Arial"/>
                <a:ea typeface="Arial"/>
                <a:cs typeface="Arial"/>
              </a:defRPr>
            </a:defPPr>
            <a:lvl1pPr>
              <a:defRPr sz="1200" b="0">
                <a:solidFill>
                  <a:srgbClr val="5B5470"/>
                </a:solidFill>
                <a:latin typeface="Arial"/>
                <a:ea typeface="Arial"/>
                <a:cs typeface="Arial"/>
              </a:defRPr>
            </a:lvl1pPr>
            <a:lvl2pPr>
              <a:defRPr sz="1200" b="0">
                <a:solidFill>
                  <a:srgbClr val="5B5470"/>
                </a:solidFill>
                <a:latin typeface="Arial"/>
                <a:ea typeface="Arial"/>
                <a:cs typeface="Arial"/>
              </a:defRPr>
            </a:lvl2pPr>
            <a:lvl3pPr>
              <a:defRPr sz="1200" b="0">
                <a:solidFill>
                  <a:srgbClr val="5B5470"/>
                </a:solidFill>
                <a:latin typeface="Arial"/>
                <a:ea typeface="Arial"/>
                <a:cs typeface="Arial"/>
              </a:defRPr>
            </a:lvl3pPr>
            <a:lvl4pPr>
              <a:defRPr sz="1200" b="0">
                <a:solidFill>
                  <a:srgbClr val="5B5470"/>
                </a:solidFill>
                <a:latin typeface="Arial"/>
                <a:ea typeface="Arial"/>
                <a:cs typeface="Arial"/>
              </a:defRPr>
            </a:lvl4pPr>
            <a:lvl5pPr>
              <a:defRPr sz="1200" b="0">
                <a:solidFill>
                  <a:srgbClr val="5B5470"/>
                </a:solidFill>
                <a:latin typeface="Arial"/>
                <a:ea typeface="Arial"/>
                <a:cs typeface="Arial"/>
              </a:defRPr>
            </a:lvl5pPr>
            <a:lvl6pPr>
              <a:defRPr sz="1200" b="0">
                <a:solidFill>
                  <a:srgbClr val="5B5470"/>
                </a:solidFill>
                <a:latin typeface="Arial"/>
                <a:ea typeface="Arial"/>
                <a:cs typeface="Arial"/>
              </a:defRPr>
            </a:lvl6pPr>
            <a:lvl7pPr>
              <a:defRPr sz="1200" b="0">
                <a:solidFill>
                  <a:srgbClr val="5B5470"/>
                </a:solidFill>
                <a:latin typeface="Arial"/>
                <a:ea typeface="Arial"/>
                <a:cs typeface="Arial"/>
              </a:defRPr>
            </a:lvl7pPr>
            <a:lvl8pPr>
              <a:defRPr sz="1200" b="0">
                <a:solidFill>
                  <a:srgbClr val="5B5470"/>
                </a:solidFill>
                <a:latin typeface="Arial"/>
                <a:ea typeface="Arial"/>
                <a:cs typeface="Arial"/>
              </a:defRPr>
            </a:lvl8pPr>
            <a:lvl9pPr>
              <a:defRPr sz="1200" b="0">
                <a:solidFill>
                  <a:srgbClr val="5B5470"/>
                </a:solidFill>
                <a:latin typeface="Arial"/>
                <a:ea typeface="Arial"/>
                <a:cs typeface="Arial"/>
              </a:defRPr>
            </a:lvl9pPr>
          </a:lstStyle>
          <a:p xmlns:a="http://schemas.openxmlformats.org/drawingml/2006/main">
            <a:pPr>
              <a:defRPr sz="1200" b="0">
                <a:solidFill>
                  <a:srgbClr val="5B5470"/>
                </a:solidFill>
                <a:latin typeface="Arial"/>
                <a:ea typeface="Arial"/>
                <a:cs typeface="Arial"/>
              </a:defRPr>
            </a:pPr>
            <a:r>
              <a:rPr sz="1200" b="0">
                <a:solidFill>
                  <a:srgbClr val="5B5470"/>
                </a:solidFill>
                <a:latin typeface="Arial"/>
                <a:ea typeface="Arial"/>
                <a:cs typeface="Arial"/>
              </a:rPr>
              <a:t>Motif Path  /  Content presentation template</a:t>
            </a:r>
          </a:p>
        </p:txBody>
      </p:sp>
      <p:sp>
        <p:nvSpPr>
          <p:cNvPr id="4" name="">
            <a:extLst xmlns:a="http://schemas.openxmlformats.org/drawingml/2006/main">
              <a:ext uri="{FF2B5EF4-FFF2-40B4-BE49-F238E27FC236}">
                <a16:creationId xmlns:a16="http://schemas.microsoft.com/office/drawing/2014/main" id="{6497585E-2056-4A3D-826B-E1027CB844BA}"/>
              </a:ext>
            </a:extLst>
          </p:cNvPr>
          <p:cNvSpPr>
            <a:spLocks xmlns:a="http://schemas.openxmlformats.org/drawingml/2006/main" noGrp="1"/>
          </p:cNvSpPr>
          <p:nvPr/>
        </p:nvSpPr>
        <p:spPr>
          <a:xfrm xmlns:a="http://schemas.openxmlformats.org/drawingml/2006/main">
            <a:off x="109537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5470"/>
                </a:solidFill>
                <a:latin typeface="Arial"/>
                <a:ea typeface="Arial"/>
                <a:cs typeface="Arial"/>
              </a:defRPr>
            </a:defPPr>
            <a:lvl1pPr>
              <a:defRPr sz="1200" b="0">
                <a:solidFill>
                  <a:srgbClr val="5B5470"/>
                </a:solidFill>
                <a:latin typeface="Arial"/>
                <a:ea typeface="Arial"/>
                <a:cs typeface="Arial"/>
              </a:defRPr>
            </a:lvl1pPr>
            <a:lvl2pPr>
              <a:defRPr sz="1200" b="0">
                <a:solidFill>
                  <a:srgbClr val="5B5470"/>
                </a:solidFill>
                <a:latin typeface="Arial"/>
                <a:ea typeface="Arial"/>
                <a:cs typeface="Arial"/>
              </a:defRPr>
            </a:lvl2pPr>
            <a:lvl3pPr>
              <a:defRPr sz="1200" b="0">
                <a:solidFill>
                  <a:srgbClr val="5B5470"/>
                </a:solidFill>
                <a:latin typeface="Arial"/>
                <a:ea typeface="Arial"/>
                <a:cs typeface="Arial"/>
              </a:defRPr>
            </a:lvl3pPr>
            <a:lvl4pPr>
              <a:defRPr sz="1200" b="0">
                <a:solidFill>
                  <a:srgbClr val="5B5470"/>
                </a:solidFill>
                <a:latin typeface="Arial"/>
                <a:ea typeface="Arial"/>
                <a:cs typeface="Arial"/>
              </a:defRPr>
            </a:lvl4pPr>
            <a:lvl5pPr>
              <a:defRPr sz="1200" b="0">
                <a:solidFill>
                  <a:srgbClr val="5B5470"/>
                </a:solidFill>
                <a:latin typeface="Arial"/>
                <a:ea typeface="Arial"/>
                <a:cs typeface="Arial"/>
              </a:defRPr>
            </a:lvl5pPr>
            <a:lvl6pPr>
              <a:defRPr sz="1200" b="0">
                <a:solidFill>
                  <a:srgbClr val="5B5470"/>
                </a:solidFill>
                <a:latin typeface="Arial"/>
                <a:ea typeface="Arial"/>
                <a:cs typeface="Arial"/>
              </a:defRPr>
            </a:lvl6pPr>
            <a:lvl7pPr>
              <a:defRPr sz="1200" b="0">
                <a:solidFill>
                  <a:srgbClr val="5B5470"/>
                </a:solidFill>
                <a:latin typeface="Arial"/>
                <a:ea typeface="Arial"/>
                <a:cs typeface="Arial"/>
              </a:defRPr>
            </a:lvl7pPr>
            <a:lvl8pPr>
              <a:defRPr sz="1200" b="0">
                <a:solidFill>
                  <a:srgbClr val="5B5470"/>
                </a:solidFill>
                <a:latin typeface="Arial"/>
                <a:ea typeface="Arial"/>
                <a:cs typeface="Arial"/>
              </a:defRPr>
            </a:lvl8pPr>
            <a:lvl9pPr>
              <a:defRPr sz="1200" b="0">
                <a:solidFill>
                  <a:srgbClr val="5B5470"/>
                </a:solidFill>
                <a:latin typeface="Arial"/>
                <a:ea typeface="Arial"/>
                <a:cs typeface="Arial"/>
              </a:defRPr>
            </a:lvl9pPr>
          </a:lstStyle>
          <a:p xmlns:a="http://schemas.openxmlformats.org/drawingml/2006/main">
            <a:pPr>
              <a:defRPr sz="1200" b="0">
                <a:solidFill>
                  <a:srgbClr val="5B5470"/>
                </a:solidFill>
                <a:latin typeface="Arial"/>
                <a:ea typeface="Arial"/>
                <a:cs typeface="Arial"/>
              </a:defRPr>
            </a:pPr>
            <a:r>
              <a:rPr sz="1200" b="0">
                <a:solidFill>
                  <a:srgbClr val="5B5470"/>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EC52AC17-0DC9-4520-BBA5-529519C819E8}"/>
              </a:ext>
            </a:extLst>
          </p:cNvPr>
          <p:cNvSpPr>
            <a:spLocks xmlns:a="http://schemas.openxmlformats.org/drawingml/2006/main" noGrp="1"/>
          </p:cNvSpPr>
          <p:nvPr/>
        </p:nvSpPr>
        <p:spPr>
          <a:xfrm xmlns:a="http://schemas.openxmlformats.org/drawingml/2006/main">
            <a:off x="685800" y="2667000"/>
            <a:ext cx="10763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6D28E0"/>
                </a:solidFill>
                <a:latin typeface="Arial"/>
                <a:ea typeface="Arial"/>
                <a:cs typeface="Arial"/>
              </a:defRPr>
            </a:defPPr>
            <a:lvl1pPr>
              <a:defRPr sz="2850" b="1">
                <a:solidFill>
                  <a:srgbClr val="6D28E0"/>
                </a:solidFill>
                <a:latin typeface="Arial"/>
                <a:ea typeface="Arial"/>
                <a:cs typeface="Arial"/>
              </a:defRPr>
            </a:lvl1pPr>
            <a:lvl2pPr>
              <a:defRPr sz="2850" b="1">
                <a:solidFill>
                  <a:srgbClr val="6D28E0"/>
                </a:solidFill>
                <a:latin typeface="Arial"/>
                <a:ea typeface="Arial"/>
                <a:cs typeface="Arial"/>
              </a:defRPr>
            </a:lvl2pPr>
            <a:lvl3pPr>
              <a:defRPr sz="2850" b="1">
                <a:solidFill>
                  <a:srgbClr val="6D28E0"/>
                </a:solidFill>
                <a:latin typeface="Arial"/>
                <a:ea typeface="Arial"/>
                <a:cs typeface="Arial"/>
              </a:defRPr>
            </a:lvl3pPr>
            <a:lvl4pPr>
              <a:defRPr sz="2850" b="1">
                <a:solidFill>
                  <a:srgbClr val="6D28E0"/>
                </a:solidFill>
                <a:latin typeface="Arial"/>
                <a:ea typeface="Arial"/>
                <a:cs typeface="Arial"/>
              </a:defRPr>
            </a:lvl4pPr>
            <a:lvl5pPr>
              <a:defRPr sz="2850" b="1">
                <a:solidFill>
                  <a:srgbClr val="6D28E0"/>
                </a:solidFill>
                <a:latin typeface="Arial"/>
                <a:ea typeface="Arial"/>
                <a:cs typeface="Arial"/>
              </a:defRPr>
            </a:lvl5pPr>
            <a:lvl6pPr>
              <a:defRPr sz="2850" b="1">
                <a:solidFill>
                  <a:srgbClr val="6D28E0"/>
                </a:solidFill>
                <a:latin typeface="Arial"/>
                <a:ea typeface="Arial"/>
                <a:cs typeface="Arial"/>
              </a:defRPr>
            </a:lvl6pPr>
            <a:lvl7pPr>
              <a:defRPr sz="2850" b="1">
                <a:solidFill>
                  <a:srgbClr val="6D28E0"/>
                </a:solidFill>
                <a:latin typeface="Arial"/>
                <a:ea typeface="Arial"/>
                <a:cs typeface="Arial"/>
              </a:defRPr>
            </a:lvl7pPr>
            <a:lvl8pPr>
              <a:defRPr sz="2850" b="1">
                <a:solidFill>
                  <a:srgbClr val="6D28E0"/>
                </a:solidFill>
                <a:latin typeface="Arial"/>
                <a:ea typeface="Arial"/>
                <a:cs typeface="Arial"/>
              </a:defRPr>
            </a:lvl8pPr>
            <a:lvl9pPr>
              <a:defRPr sz="2850" b="1">
                <a:solidFill>
                  <a:srgbClr val="6D28E0"/>
                </a:solidFill>
                <a:latin typeface="Arial"/>
                <a:ea typeface="Arial"/>
                <a:cs typeface="Arial"/>
              </a:defRPr>
            </a:lvl9pPr>
          </a:lstStyle>
          <a:p xmlns:a="http://schemas.openxmlformats.org/drawingml/2006/main">
            <a:pPr>
              <a:defRPr sz="2850" b="1">
                <a:solidFill>
                  <a:srgbClr val="6D28E0"/>
                </a:solidFill>
                <a:latin typeface="Arial"/>
                <a:ea typeface="Arial"/>
                <a:cs typeface="Arial"/>
              </a:defRPr>
            </a:pPr>
            <a:r>
              <a:rPr sz="2850" b="1">
                <a:solidFill>
                  <a:srgbClr val="6D28E0"/>
                </a:solidFill>
                <a:latin typeface="Arial"/>
                <a:ea typeface="Arial"/>
                <a:cs typeface="Arial"/>
              </a:rPr>
              <a:t>[Annotated image, notation or video frame]</a:t>
            </a:r>
          </a:p>
        </p:txBody>
      </p:sp>
      <p:sp>
        <p:nvSpPr>
          <p:cNvPr id="6" name="">
            <a:extLst xmlns:a="http://schemas.openxmlformats.org/drawingml/2006/main">
              <a:ext uri="{FF2B5EF4-FFF2-40B4-BE49-F238E27FC236}">
                <a16:creationId xmlns:a16="http://schemas.microsoft.com/office/drawing/2014/main" id="{FD5164BE-0DC9-4D93-BD90-751D25388853}"/>
              </a:ext>
            </a:extLst>
          </p:cNvPr>
          <p:cNvSpPr>
            <a:spLocks xmlns:a="http://schemas.openxmlformats.org/drawingml/2006/main" noGrp="1"/>
          </p:cNvSpPr>
          <p:nvPr/>
        </p:nvSpPr>
        <p:spPr>
          <a:xfrm xmlns:a="http://schemas.openxmlformats.org/drawingml/2006/main">
            <a:off x="685800" y="442912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A1633"/>
                </a:solidFill>
                <a:latin typeface="Arial"/>
                <a:ea typeface="Arial"/>
                <a:cs typeface="Arial"/>
              </a:defRPr>
            </a:defPPr>
            <a:lvl1pPr>
              <a:defRPr sz="2250" b="0">
                <a:solidFill>
                  <a:srgbClr val="1A1633"/>
                </a:solidFill>
                <a:latin typeface="Arial"/>
                <a:ea typeface="Arial"/>
                <a:cs typeface="Arial"/>
              </a:defRPr>
            </a:lvl1pPr>
            <a:lvl2pPr>
              <a:defRPr sz="2250" b="0">
                <a:solidFill>
                  <a:srgbClr val="1A1633"/>
                </a:solidFill>
                <a:latin typeface="Arial"/>
                <a:ea typeface="Arial"/>
                <a:cs typeface="Arial"/>
              </a:defRPr>
            </a:lvl2pPr>
            <a:lvl3pPr>
              <a:defRPr sz="2250" b="0">
                <a:solidFill>
                  <a:srgbClr val="1A1633"/>
                </a:solidFill>
                <a:latin typeface="Arial"/>
                <a:ea typeface="Arial"/>
                <a:cs typeface="Arial"/>
              </a:defRPr>
            </a:lvl3pPr>
            <a:lvl4pPr>
              <a:defRPr sz="2250" b="0">
                <a:solidFill>
                  <a:srgbClr val="1A1633"/>
                </a:solidFill>
                <a:latin typeface="Arial"/>
                <a:ea typeface="Arial"/>
                <a:cs typeface="Arial"/>
              </a:defRPr>
            </a:lvl4pPr>
            <a:lvl5pPr>
              <a:defRPr sz="2250" b="0">
                <a:solidFill>
                  <a:srgbClr val="1A1633"/>
                </a:solidFill>
                <a:latin typeface="Arial"/>
                <a:ea typeface="Arial"/>
                <a:cs typeface="Arial"/>
              </a:defRPr>
            </a:lvl5pPr>
            <a:lvl6pPr>
              <a:defRPr sz="2250" b="0">
                <a:solidFill>
                  <a:srgbClr val="1A1633"/>
                </a:solidFill>
                <a:latin typeface="Arial"/>
                <a:ea typeface="Arial"/>
                <a:cs typeface="Arial"/>
              </a:defRPr>
            </a:lvl6pPr>
            <a:lvl7pPr>
              <a:defRPr sz="2250" b="0">
                <a:solidFill>
                  <a:srgbClr val="1A1633"/>
                </a:solidFill>
                <a:latin typeface="Arial"/>
                <a:ea typeface="Arial"/>
                <a:cs typeface="Arial"/>
              </a:defRPr>
            </a:lvl7pPr>
            <a:lvl8pPr>
              <a:defRPr sz="2250" b="0">
                <a:solidFill>
                  <a:srgbClr val="1A1633"/>
                </a:solidFill>
                <a:latin typeface="Arial"/>
                <a:ea typeface="Arial"/>
                <a:cs typeface="Arial"/>
              </a:defRPr>
            </a:lvl8pPr>
            <a:lvl9pPr>
              <a:defRPr sz="2250" b="0">
                <a:solidFill>
                  <a:srgbClr val="1A1633"/>
                </a:solidFill>
                <a:latin typeface="Arial"/>
                <a:ea typeface="Arial"/>
                <a:cs typeface="Arial"/>
              </a:defRPr>
            </a:lvl9pPr>
          </a:lstStyle>
          <a:p xmlns:a="http://schemas.openxmlformats.org/drawingml/2006/main">
            <a:pPr>
              <a:defRPr sz="2250" b="0">
                <a:solidFill>
                  <a:srgbClr val="1A1633"/>
                </a:solidFill>
                <a:latin typeface="Arial"/>
                <a:ea typeface="Arial"/>
                <a:cs typeface="Arial"/>
              </a:defRPr>
            </a:pPr>
            <a:r>
              <a:rPr sz="2250" b="0">
                <a:solidFill>
                  <a:srgbClr val="1A1633"/>
                </a:solidFill>
                <a:latin typeface="Arial"/>
                <a:ea typeface="Arial"/>
                <a:cs typeface="Arial"/>
              </a:rPr>
              <a:t>[What to notice in this example]</a:t>
            </a:r>
          </a:p>
        </p:txBody>
      </p:sp>
      <p:sp>
        <p:nvSpPr>
          <p:cNvPr id="7" name="">
            <a:extLst xmlns:a="http://schemas.openxmlformats.org/drawingml/2006/main">
              <a:ext uri="{FF2B5EF4-FFF2-40B4-BE49-F238E27FC236}">
                <a16:creationId xmlns:a16="http://schemas.microsoft.com/office/drawing/2014/main" id="{E0517E74-43C4-49A1-81C2-8A413EE69FF9}"/>
              </a:ext>
            </a:extLst>
          </p:cNvPr>
          <p:cNvSpPr>
            <a:spLocks xmlns:a="http://schemas.openxmlformats.org/drawingml/2006/main" noGrp="1"/>
          </p:cNvSpPr>
          <p:nvPr/>
        </p:nvSpPr>
        <p:spPr>
          <a:xfrm xmlns:a="http://schemas.openxmlformats.org/drawingml/2006/main">
            <a:off x="685800" y="53149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5470"/>
                </a:solidFill>
                <a:latin typeface="Arial"/>
                <a:ea typeface="Arial"/>
                <a:cs typeface="Arial"/>
              </a:defRPr>
            </a:defPPr>
            <a:lvl1pPr>
              <a:defRPr sz="1875" b="0">
                <a:solidFill>
                  <a:srgbClr val="5B5470"/>
                </a:solidFill>
                <a:latin typeface="Arial"/>
                <a:ea typeface="Arial"/>
                <a:cs typeface="Arial"/>
              </a:defRPr>
            </a:lvl1pPr>
            <a:lvl2pPr>
              <a:defRPr sz="1875" b="0">
                <a:solidFill>
                  <a:srgbClr val="5B5470"/>
                </a:solidFill>
                <a:latin typeface="Arial"/>
                <a:ea typeface="Arial"/>
                <a:cs typeface="Arial"/>
              </a:defRPr>
            </a:lvl2pPr>
            <a:lvl3pPr>
              <a:defRPr sz="1875" b="0">
                <a:solidFill>
                  <a:srgbClr val="5B5470"/>
                </a:solidFill>
                <a:latin typeface="Arial"/>
                <a:ea typeface="Arial"/>
                <a:cs typeface="Arial"/>
              </a:defRPr>
            </a:lvl3pPr>
            <a:lvl4pPr>
              <a:defRPr sz="1875" b="0">
                <a:solidFill>
                  <a:srgbClr val="5B5470"/>
                </a:solidFill>
                <a:latin typeface="Arial"/>
                <a:ea typeface="Arial"/>
                <a:cs typeface="Arial"/>
              </a:defRPr>
            </a:lvl4pPr>
            <a:lvl5pPr>
              <a:defRPr sz="1875" b="0">
                <a:solidFill>
                  <a:srgbClr val="5B5470"/>
                </a:solidFill>
                <a:latin typeface="Arial"/>
                <a:ea typeface="Arial"/>
                <a:cs typeface="Arial"/>
              </a:defRPr>
            </a:lvl5pPr>
            <a:lvl6pPr>
              <a:defRPr sz="1875" b="0">
                <a:solidFill>
                  <a:srgbClr val="5B5470"/>
                </a:solidFill>
                <a:latin typeface="Arial"/>
                <a:ea typeface="Arial"/>
                <a:cs typeface="Arial"/>
              </a:defRPr>
            </a:lvl6pPr>
            <a:lvl7pPr>
              <a:defRPr sz="1875" b="0">
                <a:solidFill>
                  <a:srgbClr val="5B5470"/>
                </a:solidFill>
                <a:latin typeface="Arial"/>
                <a:ea typeface="Arial"/>
                <a:cs typeface="Arial"/>
              </a:defRPr>
            </a:lvl7pPr>
            <a:lvl8pPr>
              <a:defRPr sz="1875" b="0">
                <a:solidFill>
                  <a:srgbClr val="5B5470"/>
                </a:solidFill>
                <a:latin typeface="Arial"/>
                <a:ea typeface="Arial"/>
                <a:cs typeface="Arial"/>
              </a:defRPr>
            </a:lvl8pPr>
            <a:lvl9pPr>
              <a:defRPr sz="1875" b="0">
                <a:solidFill>
                  <a:srgbClr val="5B5470"/>
                </a:solidFill>
                <a:latin typeface="Arial"/>
                <a:ea typeface="Arial"/>
                <a:cs typeface="Arial"/>
              </a:defRPr>
            </a:lvl9pPr>
          </a:lstStyle>
          <a:p xmlns:a="http://schemas.openxmlformats.org/drawingml/2006/main">
            <a:pPr>
              <a:defRPr sz="1875" b="0">
                <a:solidFill>
                  <a:srgbClr val="5B5470"/>
                </a:solidFill>
                <a:latin typeface="Arial"/>
                <a:ea typeface="Arial"/>
                <a:cs typeface="Arial"/>
              </a:defRPr>
            </a:pPr>
            <a:r>
              <a:rPr sz="1875" b="0">
                <a:solidFill>
                  <a:srgbClr val="5B5470"/>
                </a:solidFill>
                <a:latin typeface="Arial"/>
                <a:ea typeface="Arial"/>
                <a:cs typeface="Arial"/>
              </a:rPr>
              <a:t>[A short explanation connecting the example to the outcome]</a:t>
            </a:r>
          </a:p>
        </p:txBody>
      </p:sp>
    </p:spTree>
    <p:extLst>
      <p:ext uri="{BB962C8B-B14F-4D97-AF65-F5344CB8AC3E}">
        <p14:creationId xmlns:p14="http://schemas.microsoft.com/office/powerpoint/2010/main" val="1873315451"/>
      </p:ext>
    </p:extLst>
  </p:cSld>
</p:sld>
</file>

<file path=ppt/slides/slide6.xml><?xml version="1.0" encoding="utf-8"?>
<p:sld xmlns:p="http://schemas.openxmlformats.org/presentationml/2006/main">
  <p:cSld>
    <p:bg>
      <p:bgPr>
        <a:solidFill xmlns:a="http://schemas.openxmlformats.org/drawingml/2006/main">
          <a:srgbClr val="FBFA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E5FF634-BBA7-47B0-9161-50D35600B067}"/>
              </a:ext>
            </a:extLst>
          </p:cNvPr>
          <p:cNvSpPr>
            <a:spLocks xmlns:a="http://schemas.openxmlformats.org/drawingml/2006/main" noGrp="1"/>
          </p:cNvSpPr>
          <p:nvPr/>
        </p:nvSpPr>
        <p:spPr>
          <a:xfrm xmlns:a="http://schemas.openxmlformats.org/drawingml/2006/main">
            <a:off x="685800" y="3810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6D28E0"/>
                </a:solidFill>
                <a:latin typeface="Arial"/>
                <a:ea typeface="Arial"/>
                <a:cs typeface="Arial"/>
              </a:defRPr>
            </a:defPPr>
            <a:lvl1pPr>
              <a:defRPr sz="1350" b="1">
                <a:solidFill>
                  <a:srgbClr val="6D28E0"/>
                </a:solidFill>
                <a:latin typeface="Arial"/>
                <a:ea typeface="Arial"/>
                <a:cs typeface="Arial"/>
              </a:defRPr>
            </a:lvl1pPr>
            <a:lvl2pPr>
              <a:defRPr sz="1350" b="1">
                <a:solidFill>
                  <a:srgbClr val="6D28E0"/>
                </a:solidFill>
                <a:latin typeface="Arial"/>
                <a:ea typeface="Arial"/>
                <a:cs typeface="Arial"/>
              </a:defRPr>
            </a:lvl2pPr>
            <a:lvl3pPr>
              <a:defRPr sz="1350" b="1">
                <a:solidFill>
                  <a:srgbClr val="6D28E0"/>
                </a:solidFill>
                <a:latin typeface="Arial"/>
                <a:ea typeface="Arial"/>
                <a:cs typeface="Arial"/>
              </a:defRPr>
            </a:lvl3pPr>
            <a:lvl4pPr>
              <a:defRPr sz="1350" b="1">
                <a:solidFill>
                  <a:srgbClr val="6D28E0"/>
                </a:solidFill>
                <a:latin typeface="Arial"/>
                <a:ea typeface="Arial"/>
                <a:cs typeface="Arial"/>
              </a:defRPr>
            </a:lvl4pPr>
            <a:lvl5pPr>
              <a:defRPr sz="1350" b="1">
                <a:solidFill>
                  <a:srgbClr val="6D28E0"/>
                </a:solidFill>
                <a:latin typeface="Arial"/>
                <a:ea typeface="Arial"/>
                <a:cs typeface="Arial"/>
              </a:defRPr>
            </a:lvl5pPr>
            <a:lvl6pPr>
              <a:defRPr sz="1350" b="1">
                <a:solidFill>
                  <a:srgbClr val="6D28E0"/>
                </a:solidFill>
                <a:latin typeface="Arial"/>
                <a:ea typeface="Arial"/>
                <a:cs typeface="Arial"/>
              </a:defRPr>
            </a:lvl6pPr>
            <a:lvl7pPr>
              <a:defRPr sz="1350" b="1">
                <a:solidFill>
                  <a:srgbClr val="6D28E0"/>
                </a:solidFill>
                <a:latin typeface="Arial"/>
                <a:ea typeface="Arial"/>
                <a:cs typeface="Arial"/>
              </a:defRPr>
            </a:lvl7pPr>
            <a:lvl8pPr>
              <a:defRPr sz="1350" b="1">
                <a:solidFill>
                  <a:srgbClr val="6D28E0"/>
                </a:solidFill>
                <a:latin typeface="Arial"/>
                <a:ea typeface="Arial"/>
                <a:cs typeface="Arial"/>
              </a:defRPr>
            </a:lvl8pPr>
            <a:lvl9pPr>
              <a:defRPr sz="1350" b="1">
                <a:solidFill>
                  <a:srgbClr val="6D28E0"/>
                </a:solidFill>
                <a:latin typeface="Arial"/>
                <a:ea typeface="Arial"/>
                <a:cs typeface="Arial"/>
              </a:defRPr>
            </a:lvl9pPr>
          </a:lstStyle>
          <a:p xmlns:a="http://schemas.openxmlformats.org/drawingml/2006/main">
            <a:pPr>
              <a:defRPr sz="1350" b="1">
                <a:solidFill>
                  <a:srgbClr val="6D28E0"/>
                </a:solidFill>
                <a:latin typeface="Arial"/>
                <a:ea typeface="Arial"/>
                <a:cs typeface="Arial"/>
              </a:defRPr>
            </a:pPr>
            <a:r>
              <a:rPr sz="1350" b="1">
                <a:solidFill>
                  <a:srgbClr val="6D28E0"/>
                </a:solidFill>
                <a:latin typeface="Arial"/>
                <a:ea typeface="Arial"/>
                <a:cs typeface="Arial"/>
              </a:rPr>
              <a:t>LEARNER LAYOUT / ATTEMPT</a:t>
            </a:r>
          </a:p>
        </p:txBody>
      </p:sp>
      <p:sp>
        <p:nvSpPr>
          <p:cNvPr id="2" name="">
            <a:extLst xmlns:a="http://schemas.openxmlformats.org/drawingml/2006/main">
              <a:ext uri="{FF2B5EF4-FFF2-40B4-BE49-F238E27FC236}">
                <a16:creationId xmlns:a16="http://schemas.microsoft.com/office/drawing/2014/main" id="{8DBF1476-4873-4A24-A915-B96B17C2A26D}"/>
              </a:ext>
            </a:extLst>
          </p:cNvPr>
          <p:cNvSpPr>
            <a:spLocks xmlns:a="http://schemas.openxmlformats.org/drawingml/2006/main" noGrp="1"/>
          </p:cNvSpPr>
          <p:nvPr/>
        </p:nvSpPr>
        <p:spPr>
          <a:xfrm xmlns:a="http://schemas.openxmlformats.org/drawingml/2006/main">
            <a:off x="685800" y="10287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A1633"/>
                </a:solidFill>
                <a:latin typeface="Arial"/>
                <a:ea typeface="Arial"/>
                <a:cs typeface="Arial"/>
              </a:defRPr>
            </a:defPPr>
            <a:lvl1pPr>
              <a:defRPr sz="3600" b="1">
                <a:solidFill>
                  <a:srgbClr val="1A1633"/>
                </a:solidFill>
                <a:latin typeface="Arial"/>
                <a:ea typeface="Arial"/>
                <a:cs typeface="Arial"/>
              </a:defRPr>
            </a:lvl1pPr>
            <a:lvl2pPr>
              <a:defRPr sz="3600" b="1">
                <a:solidFill>
                  <a:srgbClr val="1A1633"/>
                </a:solidFill>
                <a:latin typeface="Arial"/>
                <a:ea typeface="Arial"/>
                <a:cs typeface="Arial"/>
              </a:defRPr>
            </a:lvl2pPr>
            <a:lvl3pPr>
              <a:defRPr sz="3600" b="1">
                <a:solidFill>
                  <a:srgbClr val="1A1633"/>
                </a:solidFill>
                <a:latin typeface="Arial"/>
                <a:ea typeface="Arial"/>
                <a:cs typeface="Arial"/>
              </a:defRPr>
            </a:lvl3pPr>
            <a:lvl4pPr>
              <a:defRPr sz="3600" b="1">
                <a:solidFill>
                  <a:srgbClr val="1A1633"/>
                </a:solidFill>
                <a:latin typeface="Arial"/>
                <a:ea typeface="Arial"/>
                <a:cs typeface="Arial"/>
              </a:defRPr>
            </a:lvl4pPr>
            <a:lvl5pPr>
              <a:defRPr sz="3600" b="1">
                <a:solidFill>
                  <a:srgbClr val="1A1633"/>
                </a:solidFill>
                <a:latin typeface="Arial"/>
                <a:ea typeface="Arial"/>
                <a:cs typeface="Arial"/>
              </a:defRPr>
            </a:lvl5pPr>
            <a:lvl6pPr>
              <a:defRPr sz="3600" b="1">
                <a:solidFill>
                  <a:srgbClr val="1A1633"/>
                </a:solidFill>
                <a:latin typeface="Arial"/>
                <a:ea typeface="Arial"/>
                <a:cs typeface="Arial"/>
              </a:defRPr>
            </a:lvl6pPr>
            <a:lvl7pPr>
              <a:defRPr sz="3600" b="1">
                <a:solidFill>
                  <a:srgbClr val="1A1633"/>
                </a:solidFill>
                <a:latin typeface="Arial"/>
                <a:ea typeface="Arial"/>
                <a:cs typeface="Arial"/>
              </a:defRPr>
            </a:lvl7pPr>
            <a:lvl8pPr>
              <a:defRPr sz="3600" b="1">
                <a:solidFill>
                  <a:srgbClr val="1A1633"/>
                </a:solidFill>
                <a:latin typeface="Arial"/>
                <a:ea typeface="Arial"/>
                <a:cs typeface="Arial"/>
              </a:defRPr>
            </a:lvl8pPr>
            <a:lvl9pPr>
              <a:defRPr sz="3600" b="1">
                <a:solidFill>
                  <a:srgbClr val="1A1633"/>
                </a:solidFill>
                <a:latin typeface="Arial"/>
                <a:ea typeface="Arial"/>
                <a:cs typeface="Arial"/>
              </a:defRPr>
            </a:lvl9pPr>
          </a:lstStyle>
          <a:p xmlns:a="http://schemas.openxmlformats.org/drawingml/2006/main">
            <a:pPr>
              <a:defRPr sz="3600" b="1">
                <a:solidFill>
                  <a:srgbClr val="1A1633"/>
                </a:solidFill>
                <a:latin typeface="Arial"/>
                <a:ea typeface="Arial"/>
                <a:cs typeface="Arial"/>
              </a:defRPr>
            </a:pPr>
            <a:r>
              <a:rPr sz="3600" b="1">
                <a:solidFill>
                  <a:srgbClr val="1A1633"/>
                </a:solidFill>
                <a:latin typeface="Arial"/>
                <a:ea typeface="Arial"/>
                <a:cs typeface="Arial"/>
              </a:rPr>
              <a:t>[A specific task for the learner]</a:t>
            </a:r>
          </a:p>
        </p:txBody>
      </p:sp>
      <p:sp>
        <p:nvSpPr>
          <p:cNvPr id="3" name="">
            <a:extLst xmlns:a="http://schemas.openxmlformats.org/drawingml/2006/main">
              <a:ext uri="{FF2B5EF4-FFF2-40B4-BE49-F238E27FC236}">
                <a16:creationId xmlns:a16="http://schemas.microsoft.com/office/drawing/2014/main" id="{E13EC647-BE5F-454D-9D26-3EC6B6F42431}"/>
              </a:ext>
            </a:extLst>
          </p:cNvPr>
          <p:cNvSpPr>
            <a:spLocks xmlns:a="http://schemas.openxmlformats.org/drawingml/2006/main" noGrp="1"/>
          </p:cNvSpPr>
          <p:nvPr/>
        </p:nvSpPr>
        <p:spPr>
          <a:xfrm xmlns:a="http://schemas.openxmlformats.org/drawingml/2006/main">
            <a:off x="685800" y="6362700"/>
            <a:ext cx="9906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5470"/>
                </a:solidFill>
                <a:latin typeface="Arial"/>
                <a:ea typeface="Arial"/>
                <a:cs typeface="Arial"/>
              </a:defRPr>
            </a:defPPr>
            <a:lvl1pPr>
              <a:defRPr sz="1200" b="0">
                <a:solidFill>
                  <a:srgbClr val="5B5470"/>
                </a:solidFill>
                <a:latin typeface="Arial"/>
                <a:ea typeface="Arial"/>
                <a:cs typeface="Arial"/>
              </a:defRPr>
            </a:lvl1pPr>
            <a:lvl2pPr>
              <a:defRPr sz="1200" b="0">
                <a:solidFill>
                  <a:srgbClr val="5B5470"/>
                </a:solidFill>
                <a:latin typeface="Arial"/>
                <a:ea typeface="Arial"/>
                <a:cs typeface="Arial"/>
              </a:defRPr>
            </a:lvl2pPr>
            <a:lvl3pPr>
              <a:defRPr sz="1200" b="0">
                <a:solidFill>
                  <a:srgbClr val="5B5470"/>
                </a:solidFill>
                <a:latin typeface="Arial"/>
                <a:ea typeface="Arial"/>
                <a:cs typeface="Arial"/>
              </a:defRPr>
            </a:lvl3pPr>
            <a:lvl4pPr>
              <a:defRPr sz="1200" b="0">
                <a:solidFill>
                  <a:srgbClr val="5B5470"/>
                </a:solidFill>
                <a:latin typeface="Arial"/>
                <a:ea typeface="Arial"/>
                <a:cs typeface="Arial"/>
              </a:defRPr>
            </a:lvl4pPr>
            <a:lvl5pPr>
              <a:defRPr sz="1200" b="0">
                <a:solidFill>
                  <a:srgbClr val="5B5470"/>
                </a:solidFill>
                <a:latin typeface="Arial"/>
                <a:ea typeface="Arial"/>
                <a:cs typeface="Arial"/>
              </a:defRPr>
            </a:lvl5pPr>
            <a:lvl6pPr>
              <a:defRPr sz="1200" b="0">
                <a:solidFill>
                  <a:srgbClr val="5B5470"/>
                </a:solidFill>
                <a:latin typeface="Arial"/>
                <a:ea typeface="Arial"/>
                <a:cs typeface="Arial"/>
              </a:defRPr>
            </a:lvl6pPr>
            <a:lvl7pPr>
              <a:defRPr sz="1200" b="0">
                <a:solidFill>
                  <a:srgbClr val="5B5470"/>
                </a:solidFill>
                <a:latin typeface="Arial"/>
                <a:ea typeface="Arial"/>
                <a:cs typeface="Arial"/>
              </a:defRPr>
            </a:lvl7pPr>
            <a:lvl8pPr>
              <a:defRPr sz="1200" b="0">
                <a:solidFill>
                  <a:srgbClr val="5B5470"/>
                </a:solidFill>
                <a:latin typeface="Arial"/>
                <a:ea typeface="Arial"/>
                <a:cs typeface="Arial"/>
              </a:defRPr>
            </a:lvl8pPr>
            <a:lvl9pPr>
              <a:defRPr sz="1200" b="0">
                <a:solidFill>
                  <a:srgbClr val="5B5470"/>
                </a:solidFill>
                <a:latin typeface="Arial"/>
                <a:ea typeface="Arial"/>
                <a:cs typeface="Arial"/>
              </a:defRPr>
            </a:lvl9pPr>
          </a:lstStyle>
          <a:p xmlns:a="http://schemas.openxmlformats.org/drawingml/2006/main">
            <a:pPr>
              <a:defRPr sz="1200" b="0">
                <a:solidFill>
                  <a:srgbClr val="5B5470"/>
                </a:solidFill>
                <a:latin typeface="Arial"/>
                <a:ea typeface="Arial"/>
                <a:cs typeface="Arial"/>
              </a:defRPr>
            </a:pPr>
            <a:r>
              <a:rPr sz="1200" b="0">
                <a:solidFill>
                  <a:srgbClr val="5B5470"/>
                </a:solidFill>
                <a:latin typeface="Arial"/>
                <a:ea typeface="Arial"/>
                <a:cs typeface="Arial"/>
              </a:rPr>
              <a:t>Motif Path  /  Content presentation template</a:t>
            </a:r>
          </a:p>
        </p:txBody>
      </p:sp>
      <p:sp>
        <p:nvSpPr>
          <p:cNvPr id="4" name="">
            <a:extLst xmlns:a="http://schemas.openxmlformats.org/drawingml/2006/main">
              <a:ext uri="{FF2B5EF4-FFF2-40B4-BE49-F238E27FC236}">
                <a16:creationId xmlns:a16="http://schemas.microsoft.com/office/drawing/2014/main" id="{FC1F952B-BAD6-4530-8497-4AC95F07D40E}"/>
              </a:ext>
            </a:extLst>
          </p:cNvPr>
          <p:cNvSpPr>
            <a:spLocks xmlns:a="http://schemas.openxmlformats.org/drawingml/2006/main" noGrp="1"/>
          </p:cNvSpPr>
          <p:nvPr/>
        </p:nvSpPr>
        <p:spPr>
          <a:xfrm xmlns:a="http://schemas.openxmlformats.org/drawingml/2006/main">
            <a:off x="109537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5470"/>
                </a:solidFill>
                <a:latin typeface="Arial"/>
                <a:ea typeface="Arial"/>
                <a:cs typeface="Arial"/>
              </a:defRPr>
            </a:defPPr>
            <a:lvl1pPr>
              <a:defRPr sz="1200" b="0">
                <a:solidFill>
                  <a:srgbClr val="5B5470"/>
                </a:solidFill>
                <a:latin typeface="Arial"/>
                <a:ea typeface="Arial"/>
                <a:cs typeface="Arial"/>
              </a:defRPr>
            </a:lvl1pPr>
            <a:lvl2pPr>
              <a:defRPr sz="1200" b="0">
                <a:solidFill>
                  <a:srgbClr val="5B5470"/>
                </a:solidFill>
                <a:latin typeface="Arial"/>
                <a:ea typeface="Arial"/>
                <a:cs typeface="Arial"/>
              </a:defRPr>
            </a:lvl2pPr>
            <a:lvl3pPr>
              <a:defRPr sz="1200" b="0">
                <a:solidFill>
                  <a:srgbClr val="5B5470"/>
                </a:solidFill>
                <a:latin typeface="Arial"/>
                <a:ea typeface="Arial"/>
                <a:cs typeface="Arial"/>
              </a:defRPr>
            </a:lvl3pPr>
            <a:lvl4pPr>
              <a:defRPr sz="1200" b="0">
                <a:solidFill>
                  <a:srgbClr val="5B5470"/>
                </a:solidFill>
                <a:latin typeface="Arial"/>
                <a:ea typeface="Arial"/>
                <a:cs typeface="Arial"/>
              </a:defRPr>
            </a:lvl4pPr>
            <a:lvl5pPr>
              <a:defRPr sz="1200" b="0">
                <a:solidFill>
                  <a:srgbClr val="5B5470"/>
                </a:solidFill>
                <a:latin typeface="Arial"/>
                <a:ea typeface="Arial"/>
                <a:cs typeface="Arial"/>
              </a:defRPr>
            </a:lvl5pPr>
            <a:lvl6pPr>
              <a:defRPr sz="1200" b="0">
                <a:solidFill>
                  <a:srgbClr val="5B5470"/>
                </a:solidFill>
                <a:latin typeface="Arial"/>
                <a:ea typeface="Arial"/>
                <a:cs typeface="Arial"/>
              </a:defRPr>
            </a:lvl6pPr>
            <a:lvl7pPr>
              <a:defRPr sz="1200" b="0">
                <a:solidFill>
                  <a:srgbClr val="5B5470"/>
                </a:solidFill>
                <a:latin typeface="Arial"/>
                <a:ea typeface="Arial"/>
                <a:cs typeface="Arial"/>
              </a:defRPr>
            </a:lvl7pPr>
            <a:lvl8pPr>
              <a:defRPr sz="1200" b="0">
                <a:solidFill>
                  <a:srgbClr val="5B5470"/>
                </a:solidFill>
                <a:latin typeface="Arial"/>
                <a:ea typeface="Arial"/>
                <a:cs typeface="Arial"/>
              </a:defRPr>
            </a:lvl8pPr>
            <a:lvl9pPr>
              <a:defRPr sz="1200" b="0">
                <a:solidFill>
                  <a:srgbClr val="5B5470"/>
                </a:solidFill>
                <a:latin typeface="Arial"/>
                <a:ea typeface="Arial"/>
                <a:cs typeface="Arial"/>
              </a:defRPr>
            </a:lvl9pPr>
          </a:lstStyle>
          <a:p xmlns:a="http://schemas.openxmlformats.org/drawingml/2006/main">
            <a:pPr>
              <a:defRPr sz="1200" b="0">
                <a:solidFill>
                  <a:srgbClr val="5B5470"/>
                </a:solidFill>
                <a:latin typeface="Arial"/>
                <a:ea typeface="Arial"/>
                <a:cs typeface="Arial"/>
              </a:defRPr>
            </a:pPr>
            <a:r>
              <a:rPr sz="1200" b="0">
                <a:solidFill>
                  <a:srgbClr val="5B5470"/>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A505A750-5EF6-4F0C-BDD4-11BFA81CF3C9}"/>
              </a:ext>
            </a:extLst>
          </p:cNvPr>
          <p:cNvSpPr>
            <a:spLocks xmlns:a="http://schemas.openxmlformats.org/drawingml/2006/main" noGrp="1"/>
          </p:cNvSpPr>
          <p:nvPr/>
        </p:nvSpPr>
        <p:spPr>
          <a:xfrm xmlns:a="http://schemas.openxmlformats.org/drawingml/2006/main">
            <a:off x="685800" y="2619375"/>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6D28E0"/>
                </a:solidFill>
                <a:latin typeface="Arial"/>
                <a:ea typeface="Arial"/>
                <a:cs typeface="Arial"/>
              </a:defRPr>
            </a:defPPr>
            <a:lvl1pPr>
              <a:defRPr sz="3150" b="1">
                <a:solidFill>
                  <a:srgbClr val="6D28E0"/>
                </a:solidFill>
                <a:latin typeface="Arial"/>
                <a:ea typeface="Arial"/>
                <a:cs typeface="Arial"/>
              </a:defRPr>
            </a:lvl1pPr>
            <a:lvl2pPr>
              <a:defRPr sz="3150" b="1">
                <a:solidFill>
                  <a:srgbClr val="6D28E0"/>
                </a:solidFill>
                <a:latin typeface="Arial"/>
                <a:ea typeface="Arial"/>
                <a:cs typeface="Arial"/>
              </a:defRPr>
            </a:lvl2pPr>
            <a:lvl3pPr>
              <a:defRPr sz="3150" b="1">
                <a:solidFill>
                  <a:srgbClr val="6D28E0"/>
                </a:solidFill>
                <a:latin typeface="Arial"/>
                <a:ea typeface="Arial"/>
                <a:cs typeface="Arial"/>
              </a:defRPr>
            </a:lvl3pPr>
            <a:lvl4pPr>
              <a:defRPr sz="3150" b="1">
                <a:solidFill>
                  <a:srgbClr val="6D28E0"/>
                </a:solidFill>
                <a:latin typeface="Arial"/>
                <a:ea typeface="Arial"/>
                <a:cs typeface="Arial"/>
              </a:defRPr>
            </a:lvl4pPr>
            <a:lvl5pPr>
              <a:defRPr sz="3150" b="1">
                <a:solidFill>
                  <a:srgbClr val="6D28E0"/>
                </a:solidFill>
                <a:latin typeface="Arial"/>
                <a:ea typeface="Arial"/>
                <a:cs typeface="Arial"/>
              </a:defRPr>
            </a:lvl5pPr>
            <a:lvl6pPr>
              <a:defRPr sz="3150" b="1">
                <a:solidFill>
                  <a:srgbClr val="6D28E0"/>
                </a:solidFill>
                <a:latin typeface="Arial"/>
                <a:ea typeface="Arial"/>
                <a:cs typeface="Arial"/>
              </a:defRPr>
            </a:lvl6pPr>
            <a:lvl7pPr>
              <a:defRPr sz="3150" b="1">
                <a:solidFill>
                  <a:srgbClr val="6D28E0"/>
                </a:solidFill>
                <a:latin typeface="Arial"/>
                <a:ea typeface="Arial"/>
                <a:cs typeface="Arial"/>
              </a:defRPr>
            </a:lvl7pPr>
            <a:lvl8pPr>
              <a:defRPr sz="3150" b="1">
                <a:solidFill>
                  <a:srgbClr val="6D28E0"/>
                </a:solidFill>
                <a:latin typeface="Arial"/>
                <a:ea typeface="Arial"/>
                <a:cs typeface="Arial"/>
              </a:defRPr>
            </a:lvl8pPr>
            <a:lvl9pPr>
              <a:defRPr sz="3150" b="1">
                <a:solidFill>
                  <a:srgbClr val="6D28E0"/>
                </a:solidFill>
                <a:latin typeface="Arial"/>
                <a:ea typeface="Arial"/>
                <a:cs typeface="Arial"/>
              </a:defRPr>
            </a:lvl9pPr>
          </a:lstStyle>
          <a:p xmlns:a="http://schemas.openxmlformats.org/drawingml/2006/main">
            <a:pPr>
              <a:defRPr sz="3150" b="1">
                <a:solidFill>
                  <a:srgbClr val="6D28E0"/>
                </a:solidFill>
                <a:latin typeface="Arial"/>
                <a:ea typeface="Arial"/>
                <a:cs typeface="Arial"/>
              </a:defRPr>
            </a:pPr>
            <a:r>
              <a:rPr sz="3150" b="1">
                <a:solidFill>
                  <a:srgbClr val="6D28E0"/>
                </a:solidFill>
                <a:latin typeface="Arial"/>
                <a:ea typeface="Arial"/>
                <a:cs typeface="Arial"/>
              </a:rPr>
              <a:t>[Stimulus or musical prompt]</a:t>
            </a:r>
          </a:p>
        </p:txBody>
      </p:sp>
      <p:sp>
        <p:nvSpPr>
          <p:cNvPr id="6" name="">
            <a:extLst xmlns:a="http://schemas.openxmlformats.org/drawingml/2006/main">
              <a:ext uri="{FF2B5EF4-FFF2-40B4-BE49-F238E27FC236}">
                <a16:creationId xmlns:a16="http://schemas.microsoft.com/office/drawing/2014/main" id="{27A314CC-ED42-481E-9E61-B878B9E62A9C}"/>
              </a:ext>
            </a:extLst>
          </p:cNvPr>
          <p:cNvSpPr>
            <a:spLocks xmlns:a="http://schemas.openxmlformats.org/drawingml/2006/main" noGrp="1"/>
          </p:cNvSpPr>
          <p:nvPr/>
        </p:nvSpPr>
        <p:spPr>
          <a:xfrm xmlns:a="http://schemas.openxmlformats.org/drawingml/2006/main">
            <a:off x="685800" y="40005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1A1633"/>
                </a:solidFill>
                <a:latin typeface="Arial"/>
                <a:ea typeface="Arial"/>
                <a:cs typeface="Arial"/>
              </a:defRPr>
            </a:defPPr>
            <a:lvl1pPr>
              <a:defRPr sz="2400" b="0">
                <a:solidFill>
                  <a:srgbClr val="1A1633"/>
                </a:solidFill>
                <a:latin typeface="Arial"/>
                <a:ea typeface="Arial"/>
                <a:cs typeface="Arial"/>
              </a:defRPr>
            </a:lvl1pPr>
            <a:lvl2pPr>
              <a:defRPr sz="2400" b="0">
                <a:solidFill>
                  <a:srgbClr val="1A1633"/>
                </a:solidFill>
                <a:latin typeface="Arial"/>
                <a:ea typeface="Arial"/>
                <a:cs typeface="Arial"/>
              </a:defRPr>
            </a:lvl2pPr>
            <a:lvl3pPr>
              <a:defRPr sz="2400" b="0">
                <a:solidFill>
                  <a:srgbClr val="1A1633"/>
                </a:solidFill>
                <a:latin typeface="Arial"/>
                <a:ea typeface="Arial"/>
                <a:cs typeface="Arial"/>
              </a:defRPr>
            </a:lvl3pPr>
            <a:lvl4pPr>
              <a:defRPr sz="2400" b="0">
                <a:solidFill>
                  <a:srgbClr val="1A1633"/>
                </a:solidFill>
                <a:latin typeface="Arial"/>
                <a:ea typeface="Arial"/>
                <a:cs typeface="Arial"/>
              </a:defRPr>
            </a:lvl4pPr>
            <a:lvl5pPr>
              <a:defRPr sz="2400" b="0">
                <a:solidFill>
                  <a:srgbClr val="1A1633"/>
                </a:solidFill>
                <a:latin typeface="Arial"/>
                <a:ea typeface="Arial"/>
                <a:cs typeface="Arial"/>
              </a:defRPr>
            </a:lvl5pPr>
            <a:lvl6pPr>
              <a:defRPr sz="2400" b="0">
                <a:solidFill>
                  <a:srgbClr val="1A1633"/>
                </a:solidFill>
                <a:latin typeface="Arial"/>
                <a:ea typeface="Arial"/>
                <a:cs typeface="Arial"/>
              </a:defRPr>
            </a:lvl6pPr>
            <a:lvl7pPr>
              <a:defRPr sz="2400" b="0">
                <a:solidFill>
                  <a:srgbClr val="1A1633"/>
                </a:solidFill>
                <a:latin typeface="Arial"/>
                <a:ea typeface="Arial"/>
                <a:cs typeface="Arial"/>
              </a:defRPr>
            </a:lvl7pPr>
            <a:lvl8pPr>
              <a:defRPr sz="2400" b="0">
                <a:solidFill>
                  <a:srgbClr val="1A1633"/>
                </a:solidFill>
                <a:latin typeface="Arial"/>
                <a:ea typeface="Arial"/>
                <a:cs typeface="Arial"/>
              </a:defRPr>
            </a:lvl8pPr>
            <a:lvl9pPr>
              <a:defRPr sz="2400" b="0">
                <a:solidFill>
                  <a:srgbClr val="1A1633"/>
                </a:solidFill>
                <a:latin typeface="Arial"/>
                <a:ea typeface="Arial"/>
                <a:cs typeface="Arial"/>
              </a:defRPr>
            </a:lvl9pPr>
          </a:lstStyle>
          <a:p xmlns:a="http://schemas.openxmlformats.org/drawingml/2006/main">
            <a:pPr>
              <a:defRPr sz="2400" b="0">
                <a:solidFill>
                  <a:srgbClr val="1A1633"/>
                </a:solidFill>
                <a:latin typeface="Arial"/>
                <a:ea typeface="Arial"/>
                <a:cs typeface="Arial"/>
              </a:defRPr>
            </a:pPr>
            <a:r>
              <a:rPr sz="2400" b="0">
                <a:solidFill>
                  <a:srgbClr val="1A1633"/>
                </a:solidFill>
                <a:latin typeface="Arial"/>
                <a:ea typeface="Arial"/>
                <a:cs typeface="Arial"/>
              </a:rPr>
              <a:t>[What to listen for, select, tap or play]</a:t>
            </a:r>
          </a:p>
        </p:txBody>
      </p:sp>
      <p:sp>
        <p:nvSpPr>
          <p:cNvPr id="7" name="">
            <a:extLst xmlns:a="http://schemas.openxmlformats.org/drawingml/2006/main">
              <a:ext uri="{FF2B5EF4-FFF2-40B4-BE49-F238E27FC236}">
                <a16:creationId xmlns:a16="http://schemas.microsoft.com/office/drawing/2014/main" id="{FED89AC6-476E-4AEB-A196-31D28E98E12D}"/>
              </a:ext>
            </a:extLst>
          </p:cNvPr>
          <p:cNvSpPr>
            <a:spLocks xmlns:a="http://schemas.openxmlformats.org/drawingml/2006/main" noGrp="1"/>
          </p:cNvSpPr>
          <p:nvPr/>
        </p:nvSpPr>
        <p:spPr>
          <a:xfrm xmlns:a="http://schemas.openxmlformats.org/drawingml/2006/main">
            <a:off x="685800" y="528637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B5470"/>
                </a:solidFill>
                <a:latin typeface="Arial"/>
                <a:ea typeface="Arial"/>
                <a:cs typeface="Arial"/>
              </a:defRPr>
            </a:defPPr>
            <a:lvl1pPr>
              <a:defRPr sz="1950" b="0">
                <a:solidFill>
                  <a:srgbClr val="5B5470"/>
                </a:solidFill>
                <a:latin typeface="Arial"/>
                <a:ea typeface="Arial"/>
                <a:cs typeface="Arial"/>
              </a:defRPr>
            </a:lvl1pPr>
            <a:lvl2pPr>
              <a:defRPr sz="1950" b="0">
                <a:solidFill>
                  <a:srgbClr val="5B5470"/>
                </a:solidFill>
                <a:latin typeface="Arial"/>
                <a:ea typeface="Arial"/>
                <a:cs typeface="Arial"/>
              </a:defRPr>
            </a:lvl2pPr>
            <a:lvl3pPr>
              <a:defRPr sz="1950" b="0">
                <a:solidFill>
                  <a:srgbClr val="5B5470"/>
                </a:solidFill>
                <a:latin typeface="Arial"/>
                <a:ea typeface="Arial"/>
                <a:cs typeface="Arial"/>
              </a:defRPr>
            </a:lvl3pPr>
            <a:lvl4pPr>
              <a:defRPr sz="1950" b="0">
                <a:solidFill>
                  <a:srgbClr val="5B5470"/>
                </a:solidFill>
                <a:latin typeface="Arial"/>
                <a:ea typeface="Arial"/>
                <a:cs typeface="Arial"/>
              </a:defRPr>
            </a:lvl4pPr>
            <a:lvl5pPr>
              <a:defRPr sz="1950" b="0">
                <a:solidFill>
                  <a:srgbClr val="5B5470"/>
                </a:solidFill>
                <a:latin typeface="Arial"/>
                <a:ea typeface="Arial"/>
                <a:cs typeface="Arial"/>
              </a:defRPr>
            </a:lvl5pPr>
            <a:lvl6pPr>
              <a:defRPr sz="1950" b="0">
                <a:solidFill>
                  <a:srgbClr val="5B5470"/>
                </a:solidFill>
                <a:latin typeface="Arial"/>
                <a:ea typeface="Arial"/>
                <a:cs typeface="Arial"/>
              </a:defRPr>
            </a:lvl6pPr>
            <a:lvl7pPr>
              <a:defRPr sz="1950" b="0">
                <a:solidFill>
                  <a:srgbClr val="5B5470"/>
                </a:solidFill>
                <a:latin typeface="Arial"/>
                <a:ea typeface="Arial"/>
                <a:cs typeface="Arial"/>
              </a:defRPr>
            </a:lvl7pPr>
            <a:lvl8pPr>
              <a:defRPr sz="1950" b="0">
                <a:solidFill>
                  <a:srgbClr val="5B5470"/>
                </a:solidFill>
                <a:latin typeface="Arial"/>
                <a:ea typeface="Arial"/>
                <a:cs typeface="Arial"/>
              </a:defRPr>
            </a:lvl8pPr>
            <a:lvl9pPr>
              <a:defRPr sz="1950" b="0">
                <a:solidFill>
                  <a:srgbClr val="5B5470"/>
                </a:solidFill>
                <a:latin typeface="Arial"/>
                <a:ea typeface="Arial"/>
                <a:cs typeface="Arial"/>
              </a:defRPr>
            </a:lvl9pPr>
          </a:lstStyle>
          <a:p xmlns:a="http://schemas.openxmlformats.org/drawingml/2006/main">
            <a:pPr>
              <a:defRPr sz="1950" b="0">
                <a:solidFill>
                  <a:srgbClr val="5B5470"/>
                </a:solidFill>
                <a:latin typeface="Arial"/>
                <a:ea typeface="Arial"/>
                <a:cs typeface="Arial"/>
              </a:defRPr>
            </a:pPr>
            <a:r>
              <a:rPr sz="1950" b="0">
                <a:solidFill>
                  <a:srgbClr val="5B5470"/>
                </a:solidFill>
                <a:latin typeface="Arial"/>
                <a:ea typeface="Arial"/>
                <a:cs typeface="Arial"/>
              </a:rPr>
              <a:t>[Response instruction and success criterion]</a:t>
            </a:r>
          </a:p>
        </p:txBody>
      </p:sp>
    </p:spTree>
    <p:extLst>
      <p:ext uri="{BB962C8B-B14F-4D97-AF65-F5344CB8AC3E}">
        <p14:creationId xmlns:p14="http://schemas.microsoft.com/office/powerpoint/2010/main" val="700408939"/>
      </p:ext>
    </p:extLst>
  </p:cSld>
</p:sld>
</file>

<file path=ppt/slides/slide7.xml><?xml version="1.0" encoding="utf-8"?>
<p:sld xmlns:p="http://schemas.openxmlformats.org/presentationml/2006/main">
  <p:cSld>
    <p:bg>
      <p:bgPr>
        <a:solidFill xmlns:a="http://schemas.openxmlformats.org/drawingml/2006/main">
          <a:srgbClr val="FBFA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51555B2-6EF3-4D41-B399-129D3F3582BF}"/>
              </a:ext>
            </a:extLst>
          </p:cNvPr>
          <p:cNvSpPr>
            <a:spLocks xmlns:a="http://schemas.openxmlformats.org/drawingml/2006/main" noGrp="1"/>
          </p:cNvSpPr>
          <p:nvPr/>
        </p:nvSpPr>
        <p:spPr>
          <a:xfrm xmlns:a="http://schemas.openxmlformats.org/drawingml/2006/main">
            <a:off x="685800" y="3810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6D28E0"/>
                </a:solidFill>
                <a:latin typeface="Arial"/>
                <a:ea typeface="Arial"/>
                <a:cs typeface="Arial"/>
              </a:defRPr>
            </a:defPPr>
            <a:lvl1pPr>
              <a:defRPr sz="1350" b="1">
                <a:solidFill>
                  <a:srgbClr val="6D28E0"/>
                </a:solidFill>
                <a:latin typeface="Arial"/>
                <a:ea typeface="Arial"/>
                <a:cs typeface="Arial"/>
              </a:defRPr>
            </a:lvl1pPr>
            <a:lvl2pPr>
              <a:defRPr sz="1350" b="1">
                <a:solidFill>
                  <a:srgbClr val="6D28E0"/>
                </a:solidFill>
                <a:latin typeface="Arial"/>
                <a:ea typeface="Arial"/>
                <a:cs typeface="Arial"/>
              </a:defRPr>
            </a:lvl2pPr>
            <a:lvl3pPr>
              <a:defRPr sz="1350" b="1">
                <a:solidFill>
                  <a:srgbClr val="6D28E0"/>
                </a:solidFill>
                <a:latin typeface="Arial"/>
                <a:ea typeface="Arial"/>
                <a:cs typeface="Arial"/>
              </a:defRPr>
            </a:lvl3pPr>
            <a:lvl4pPr>
              <a:defRPr sz="1350" b="1">
                <a:solidFill>
                  <a:srgbClr val="6D28E0"/>
                </a:solidFill>
                <a:latin typeface="Arial"/>
                <a:ea typeface="Arial"/>
                <a:cs typeface="Arial"/>
              </a:defRPr>
            </a:lvl4pPr>
            <a:lvl5pPr>
              <a:defRPr sz="1350" b="1">
                <a:solidFill>
                  <a:srgbClr val="6D28E0"/>
                </a:solidFill>
                <a:latin typeface="Arial"/>
                <a:ea typeface="Arial"/>
                <a:cs typeface="Arial"/>
              </a:defRPr>
            </a:lvl5pPr>
            <a:lvl6pPr>
              <a:defRPr sz="1350" b="1">
                <a:solidFill>
                  <a:srgbClr val="6D28E0"/>
                </a:solidFill>
                <a:latin typeface="Arial"/>
                <a:ea typeface="Arial"/>
                <a:cs typeface="Arial"/>
              </a:defRPr>
            </a:lvl6pPr>
            <a:lvl7pPr>
              <a:defRPr sz="1350" b="1">
                <a:solidFill>
                  <a:srgbClr val="6D28E0"/>
                </a:solidFill>
                <a:latin typeface="Arial"/>
                <a:ea typeface="Arial"/>
                <a:cs typeface="Arial"/>
              </a:defRPr>
            </a:lvl7pPr>
            <a:lvl8pPr>
              <a:defRPr sz="1350" b="1">
                <a:solidFill>
                  <a:srgbClr val="6D28E0"/>
                </a:solidFill>
                <a:latin typeface="Arial"/>
                <a:ea typeface="Arial"/>
                <a:cs typeface="Arial"/>
              </a:defRPr>
            </a:lvl8pPr>
            <a:lvl9pPr>
              <a:defRPr sz="1350" b="1">
                <a:solidFill>
                  <a:srgbClr val="6D28E0"/>
                </a:solidFill>
                <a:latin typeface="Arial"/>
                <a:ea typeface="Arial"/>
                <a:cs typeface="Arial"/>
              </a:defRPr>
            </a:lvl9pPr>
          </a:lstStyle>
          <a:p xmlns:a="http://schemas.openxmlformats.org/drawingml/2006/main">
            <a:pPr>
              <a:defRPr sz="1350" b="1">
                <a:solidFill>
                  <a:srgbClr val="6D28E0"/>
                </a:solidFill>
                <a:latin typeface="Arial"/>
                <a:ea typeface="Arial"/>
                <a:cs typeface="Arial"/>
              </a:defRPr>
            </a:pPr>
            <a:r>
              <a:rPr sz="1350" b="1">
                <a:solidFill>
                  <a:srgbClr val="6D28E0"/>
                </a:solidFill>
                <a:latin typeface="Arial"/>
                <a:ea typeface="Arial"/>
                <a:cs typeface="Arial"/>
              </a:rPr>
              <a:t>LEARNER LAYOUT / FEEDBACK</a:t>
            </a:r>
          </a:p>
        </p:txBody>
      </p:sp>
      <p:sp>
        <p:nvSpPr>
          <p:cNvPr id="2" name="">
            <a:extLst xmlns:a="http://schemas.openxmlformats.org/drawingml/2006/main">
              <a:ext uri="{FF2B5EF4-FFF2-40B4-BE49-F238E27FC236}">
                <a16:creationId xmlns:a16="http://schemas.microsoft.com/office/drawing/2014/main" id="{97BFAAB6-4297-4A22-8E66-D4C03ABF436D}"/>
              </a:ext>
            </a:extLst>
          </p:cNvPr>
          <p:cNvSpPr>
            <a:spLocks xmlns:a="http://schemas.openxmlformats.org/drawingml/2006/main" noGrp="1"/>
          </p:cNvSpPr>
          <p:nvPr/>
        </p:nvSpPr>
        <p:spPr>
          <a:xfrm xmlns:a="http://schemas.openxmlformats.org/drawingml/2006/main">
            <a:off x="685800" y="10287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A1633"/>
                </a:solidFill>
                <a:latin typeface="Arial"/>
                <a:ea typeface="Arial"/>
                <a:cs typeface="Arial"/>
              </a:defRPr>
            </a:defPPr>
            <a:lvl1pPr>
              <a:defRPr sz="3600" b="1">
                <a:solidFill>
                  <a:srgbClr val="1A1633"/>
                </a:solidFill>
                <a:latin typeface="Arial"/>
                <a:ea typeface="Arial"/>
                <a:cs typeface="Arial"/>
              </a:defRPr>
            </a:lvl1pPr>
            <a:lvl2pPr>
              <a:defRPr sz="3600" b="1">
                <a:solidFill>
                  <a:srgbClr val="1A1633"/>
                </a:solidFill>
                <a:latin typeface="Arial"/>
                <a:ea typeface="Arial"/>
                <a:cs typeface="Arial"/>
              </a:defRPr>
            </a:lvl2pPr>
            <a:lvl3pPr>
              <a:defRPr sz="3600" b="1">
                <a:solidFill>
                  <a:srgbClr val="1A1633"/>
                </a:solidFill>
                <a:latin typeface="Arial"/>
                <a:ea typeface="Arial"/>
                <a:cs typeface="Arial"/>
              </a:defRPr>
            </a:lvl3pPr>
            <a:lvl4pPr>
              <a:defRPr sz="3600" b="1">
                <a:solidFill>
                  <a:srgbClr val="1A1633"/>
                </a:solidFill>
                <a:latin typeface="Arial"/>
                <a:ea typeface="Arial"/>
                <a:cs typeface="Arial"/>
              </a:defRPr>
            </a:lvl4pPr>
            <a:lvl5pPr>
              <a:defRPr sz="3600" b="1">
                <a:solidFill>
                  <a:srgbClr val="1A1633"/>
                </a:solidFill>
                <a:latin typeface="Arial"/>
                <a:ea typeface="Arial"/>
                <a:cs typeface="Arial"/>
              </a:defRPr>
            </a:lvl5pPr>
            <a:lvl6pPr>
              <a:defRPr sz="3600" b="1">
                <a:solidFill>
                  <a:srgbClr val="1A1633"/>
                </a:solidFill>
                <a:latin typeface="Arial"/>
                <a:ea typeface="Arial"/>
                <a:cs typeface="Arial"/>
              </a:defRPr>
            </a:lvl6pPr>
            <a:lvl7pPr>
              <a:defRPr sz="3600" b="1">
                <a:solidFill>
                  <a:srgbClr val="1A1633"/>
                </a:solidFill>
                <a:latin typeface="Arial"/>
                <a:ea typeface="Arial"/>
                <a:cs typeface="Arial"/>
              </a:defRPr>
            </a:lvl7pPr>
            <a:lvl8pPr>
              <a:defRPr sz="3600" b="1">
                <a:solidFill>
                  <a:srgbClr val="1A1633"/>
                </a:solidFill>
                <a:latin typeface="Arial"/>
                <a:ea typeface="Arial"/>
                <a:cs typeface="Arial"/>
              </a:defRPr>
            </a:lvl8pPr>
            <a:lvl9pPr>
              <a:defRPr sz="3600" b="1">
                <a:solidFill>
                  <a:srgbClr val="1A1633"/>
                </a:solidFill>
                <a:latin typeface="Arial"/>
                <a:ea typeface="Arial"/>
                <a:cs typeface="Arial"/>
              </a:defRPr>
            </a:lvl9pPr>
          </a:lstStyle>
          <a:p xmlns:a="http://schemas.openxmlformats.org/drawingml/2006/main">
            <a:pPr>
              <a:defRPr sz="3600" b="1">
                <a:solidFill>
                  <a:srgbClr val="1A1633"/>
                </a:solidFill>
                <a:latin typeface="Arial"/>
                <a:ea typeface="Arial"/>
                <a:cs typeface="Arial"/>
              </a:defRPr>
            </a:pPr>
            <a:r>
              <a:rPr sz="3600" b="1">
                <a:solidFill>
                  <a:srgbClr val="1A1633"/>
                </a:solidFill>
                <a:latin typeface="Arial"/>
                <a:ea typeface="Arial"/>
                <a:cs typeface="Arial"/>
              </a:rPr>
              <a:t>[The correction that helps]</a:t>
            </a:r>
          </a:p>
        </p:txBody>
      </p:sp>
      <p:sp>
        <p:nvSpPr>
          <p:cNvPr id="3" name="">
            <a:extLst xmlns:a="http://schemas.openxmlformats.org/drawingml/2006/main">
              <a:ext uri="{FF2B5EF4-FFF2-40B4-BE49-F238E27FC236}">
                <a16:creationId xmlns:a16="http://schemas.microsoft.com/office/drawing/2014/main" id="{1F05A098-4DDE-4C0A-881A-9C1841653743}"/>
              </a:ext>
            </a:extLst>
          </p:cNvPr>
          <p:cNvSpPr>
            <a:spLocks xmlns:a="http://schemas.openxmlformats.org/drawingml/2006/main" noGrp="1"/>
          </p:cNvSpPr>
          <p:nvPr/>
        </p:nvSpPr>
        <p:spPr>
          <a:xfrm xmlns:a="http://schemas.openxmlformats.org/drawingml/2006/main">
            <a:off x="685800" y="6362700"/>
            <a:ext cx="9906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5470"/>
                </a:solidFill>
                <a:latin typeface="Arial"/>
                <a:ea typeface="Arial"/>
                <a:cs typeface="Arial"/>
              </a:defRPr>
            </a:defPPr>
            <a:lvl1pPr>
              <a:defRPr sz="1200" b="0">
                <a:solidFill>
                  <a:srgbClr val="5B5470"/>
                </a:solidFill>
                <a:latin typeface="Arial"/>
                <a:ea typeface="Arial"/>
                <a:cs typeface="Arial"/>
              </a:defRPr>
            </a:lvl1pPr>
            <a:lvl2pPr>
              <a:defRPr sz="1200" b="0">
                <a:solidFill>
                  <a:srgbClr val="5B5470"/>
                </a:solidFill>
                <a:latin typeface="Arial"/>
                <a:ea typeface="Arial"/>
                <a:cs typeface="Arial"/>
              </a:defRPr>
            </a:lvl2pPr>
            <a:lvl3pPr>
              <a:defRPr sz="1200" b="0">
                <a:solidFill>
                  <a:srgbClr val="5B5470"/>
                </a:solidFill>
                <a:latin typeface="Arial"/>
                <a:ea typeface="Arial"/>
                <a:cs typeface="Arial"/>
              </a:defRPr>
            </a:lvl3pPr>
            <a:lvl4pPr>
              <a:defRPr sz="1200" b="0">
                <a:solidFill>
                  <a:srgbClr val="5B5470"/>
                </a:solidFill>
                <a:latin typeface="Arial"/>
                <a:ea typeface="Arial"/>
                <a:cs typeface="Arial"/>
              </a:defRPr>
            </a:lvl4pPr>
            <a:lvl5pPr>
              <a:defRPr sz="1200" b="0">
                <a:solidFill>
                  <a:srgbClr val="5B5470"/>
                </a:solidFill>
                <a:latin typeface="Arial"/>
                <a:ea typeface="Arial"/>
                <a:cs typeface="Arial"/>
              </a:defRPr>
            </a:lvl5pPr>
            <a:lvl6pPr>
              <a:defRPr sz="1200" b="0">
                <a:solidFill>
                  <a:srgbClr val="5B5470"/>
                </a:solidFill>
                <a:latin typeface="Arial"/>
                <a:ea typeface="Arial"/>
                <a:cs typeface="Arial"/>
              </a:defRPr>
            </a:lvl6pPr>
            <a:lvl7pPr>
              <a:defRPr sz="1200" b="0">
                <a:solidFill>
                  <a:srgbClr val="5B5470"/>
                </a:solidFill>
                <a:latin typeface="Arial"/>
                <a:ea typeface="Arial"/>
                <a:cs typeface="Arial"/>
              </a:defRPr>
            </a:lvl7pPr>
            <a:lvl8pPr>
              <a:defRPr sz="1200" b="0">
                <a:solidFill>
                  <a:srgbClr val="5B5470"/>
                </a:solidFill>
                <a:latin typeface="Arial"/>
                <a:ea typeface="Arial"/>
                <a:cs typeface="Arial"/>
              </a:defRPr>
            </a:lvl8pPr>
            <a:lvl9pPr>
              <a:defRPr sz="1200" b="0">
                <a:solidFill>
                  <a:srgbClr val="5B5470"/>
                </a:solidFill>
                <a:latin typeface="Arial"/>
                <a:ea typeface="Arial"/>
                <a:cs typeface="Arial"/>
              </a:defRPr>
            </a:lvl9pPr>
          </a:lstStyle>
          <a:p xmlns:a="http://schemas.openxmlformats.org/drawingml/2006/main">
            <a:pPr>
              <a:defRPr sz="1200" b="0">
                <a:solidFill>
                  <a:srgbClr val="5B5470"/>
                </a:solidFill>
                <a:latin typeface="Arial"/>
                <a:ea typeface="Arial"/>
                <a:cs typeface="Arial"/>
              </a:defRPr>
            </a:pPr>
            <a:r>
              <a:rPr sz="1200" b="0">
                <a:solidFill>
                  <a:srgbClr val="5B5470"/>
                </a:solidFill>
                <a:latin typeface="Arial"/>
                <a:ea typeface="Arial"/>
                <a:cs typeface="Arial"/>
              </a:rPr>
              <a:t>Motif Path  /  Content presentation template</a:t>
            </a:r>
          </a:p>
        </p:txBody>
      </p:sp>
      <p:sp>
        <p:nvSpPr>
          <p:cNvPr id="4" name="">
            <a:extLst xmlns:a="http://schemas.openxmlformats.org/drawingml/2006/main">
              <a:ext uri="{FF2B5EF4-FFF2-40B4-BE49-F238E27FC236}">
                <a16:creationId xmlns:a16="http://schemas.microsoft.com/office/drawing/2014/main" id="{EE7227D8-22D2-4898-A7AF-0E1DBA0E158C}"/>
              </a:ext>
            </a:extLst>
          </p:cNvPr>
          <p:cNvSpPr>
            <a:spLocks xmlns:a="http://schemas.openxmlformats.org/drawingml/2006/main" noGrp="1"/>
          </p:cNvSpPr>
          <p:nvPr/>
        </p:nvSpPr>
        <p:spPr>
          <a:xfrm xmlns:a="http://schemas.openxmlformats.org/drawingml/2006/main">
            <a:off x="109537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5470"/>
                </a:solidFill>
                <a:latin typeface="Arial"/>
                <a:ea typeface="Arial"/>
                <a:cs typeface="Arial"/>
              </a:defRPr>
            </a:defPPr>
            <a:lvl1pPr>
              <a:defRPr sz="1200" b="0">
                <a:solidFill>
                  <a:srgbClr val="5B5470"/>
                </a:solidFill>
                <a:latin typeface="Arial"/>
                <a:ea typeface="Arial"/>
                <a:cs typeface="Arial"/>
              </a:defRPr>
            </a:lvl1pPr>
            <a:lvl2pPr>
              <a:defRPr sz="1200" b="0">
                <a:solidFill>
                  <a:srgbClr val="5B5470"/>
                </a:solidFill>
                <a:latin typeface="Arial"/>
                <a:ea typeface="Arial"/>
                <a:cs typeface="Arial"/>
              </a:defRPr>
            </a:lvl2pPr>
            <a:lvl3pPr>
              <a:defRPr sz="1200" b="0">
                <a:solidFill>
                  <a:srgbClr val="5B5470"/>
                </a:solidFill>
                <a:latin typeface="Arial"/>
                <a:ea typeface="Arial"/>
                <a:cs typeface="Arial"/>
              </a:defRPr>
            </a:lvl3pPr>
            <a:lvl4pPr>
              <a:defRPr sz="1200" b="0">
                <a:solidFill>
                  <a:srgbClr val="5B5470"/>
                </a:solidFill>
                <a:latin typeface="Arial"/>
                <a:ea typeface="Arial"/>
                <a:cs typeface="Arial"/>
              </a:defRPr>
            </a:lvl4pPr>
            <a:lvl5pPr>
              <a:defRPr sz="1200" b="0">
                <a:solidFill>
                  <a:srgbClr val="5B5470"/>
                </a:solidFill>
                <a:latin typeface="Arial"/>
                <a:ea typeface="Arial"/>
                <a:cs typeface="Arial"/>
              </a:defRPr>
            </a:lvl5pPr>
            <a:lvl6pPr>
              <a:defRPr sz="1200" b="0">
                <a:solidFill>
                  <a:srgbClr val="5B5470"/>
                </a:solidFill>
                <a:latin typeface="Arial"/>
                <a:ea typeface="Arial"/>
                <a:cs typeface="Arial"/>
              </a:defRPr>
            </a:lvl6pPr>
            <a:lvl7pPr>
              <a:defRPr sz="1200" b="0">
                <a:solidFill>
                  <a:srgbClr val="5B5470"/>
                </a:solidFill>
                <a:latin typeface="Arial"/>
                <a:ea typeface="Arial"/>
                <a:cs typeface="Arial"/>
              </a:defRPr>
            </a:lvl7pPr>
            <a:lvl8pPr>
              <a:defRPr sz="1200" b="0">
                <a:solidFill>
                  <a:srgbClr val="5B5470"/>
                </a:solidFill>
                <a:latin typeface="Arial"/>
                <a:ea typeface="Arial"/>
                <a:cs typeface="Arial"/>
              </a:defRPr>
            </a:lvl8pPr>
            <a:lvl9pPr>
              <a:defRPr sz="1200" b="0">
                <a:solidFill>
                  <a:srgbClr val="5B5470"/>
                </a:solidFill>
                <a:latin typeface="Arial"/>
                <a:ea typeface="Arial"/>
                <a:cs typeface="Arial"/>
              </a:defRPr>
            </a:lvl9pPr>
          </a:lstStyle>
          <a:p xmlns:a="http://schemas.openxmlformats.org/drawingml/2006/main">
            <a:pPr>
              <a:defRPr sz="1200" b="0">
                <a:solidFill>
                  <a:srgbClr val="5B5470"/>
                </a:solidFill>
                <a:latin typeface="Arial"/>
                <a:ea typeface="Arial"/>
                <a:cs typeface="Arial"/>
              </a:defRPr>
            </a:pPr>
            <a:r>
              <a:rPr sz="1200" b="0">
                <a:solidFill>
                  <a:srgbClr val="5B5470"/>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5CDF6A1E-D0FB-448B-9D61-CD407D3F5A4A}"/>
              </a:ext>
            </a:extLst>
          </p:cNvPr>
          <p:cNvSpPr>
            <a:spLocks xmlns:a="http://schemas.openxmlformats.org/drawingml/2006/main" noGrp="1"/>
          </p:cNvSpPr>
          <p:nvPr/>
        </p:nvSpPr>
        <p:spPr>
          <a:xfrm xmlns:a="http://schemas.openxmlformats.org/drawingml/2006/main">
            <a:off x="685800" y="252412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1">
                <a:solidFill>
                  <a:srgbClr val="6D28E0"/>
                </a:solidFill>
                <a:latin typeface="Arial"/>
                <a:ea typeface="Arial"/>
                <a:cs typeface="Arial"/>
              </a:defRPr>
            </a:defPPr>
            <a:lvl1pPr>
              <a:defRPr sz="2700" b="1">
                <a:solidFill>
                  <a:srgbClr val="6D28E0"/>
                </a:solidFill>
                <a:latin typeface="Arial"/>
                <a:ea typeface="Arial"/>
                <a:cs typeface="Arial"/>
              </a:defRPr>
            </a:lvl1pPr>
            <a:lvl2pPr>
              <a:defRPr sz="2700" b="1">
                <a:solidFill>
                  <a:srgbClr val="6D28E0"/>
                </a:solidFill>
                <a:latin typeface="Arial"/>
                <a:ea typeface="Arial"/>
                <a:cs typeface="Arial"/>
              </a:defRPr>
            </a:lvl2pPr>
            <a:lvl3pPr>
              <a:defRPr sz="2700" b="1">
                <a:solidFill>
                  <a:srgbClr val="6D28E0"/>
                </a:solidFill>
                <a:latin typeface="Arial"/>
                <a:ea typeface="Arial"/>
                <a:cs typeface="Arial"/>
              </a:defRPr>
            </a:lvl3pPr>
            <a:lvl4pPr>
              <a:defRPr sz="2700" b="1">
                <a:solidFill>
                  <a:srgbClr val="6D28E0"/>
                </a:solidFill>
                <a:latin typeface="Arial"/>
                <a:ea typeface="Arial"/>
                <a:cs typeface="Arial"/>
              </a:defRPr>
            </a:lvl4pPr>
            <a:lvl5pPr>
              <a:defRPr sz="2700" b="1">
                <a:solidFill>
                  <a:srgbClr val="6D28E0"/>
                </a:solidFill>
                <a:latin typeface="Arial"/>
                <a:ea typeface="Arial"/>
                <a:cs typeface="Arial"/>
              </a:defRPr>
            </a:lvl5pPr>
            <a:lvl6pPr>
              <a:defRPr sz="2700" b="1">
                <a:solidFill>
                  <a:srgbClr val="6D28E0"/>
                </a:solidFill>
                <a:latin typeface="Arial"/>
                <a:ea typeface="Arial"/>
                <a:cs typeface="Arial"/>
              </a:defRPr>
            </a:lvl6pPr>
            <a:lvl7pPr>
              <a:defRPr sz="2700" b="1">
                <a:solidFill>
                  <a:srgbClr val="6D28E0"/>
                </a:solidFill>
                <a:latin typeface="Arial"/>
                <a:ea typeface="Arial"/>
                <a:cs typeface="Arial"/>
              </a:defRPr>
            </a:lvl7pPr>
            <a:lvl8pPr>
              <a:defRPr sz="2700" b="1">
                <a:solidFill>
                  <a:srgbClr val="6D28E0"/>
                </a:solidFill>
                <a:latin typeface="Arial"/>
                <a:ea typeface="Arial"/>
                <a:cs typeface="Arial"/>
              </a:defRPr>
            </a:lvl8pPr>
            <a:lvl9pPr>
              <a:defRPr sz="2700" b="1">
                <a:solidFill>
                  <a:srgbClr val="6D28E0"/>
                </a:solidFill>
                <a:latin typeface="Arial"/>
                <a:ea typeface="Arial"/>
                <a:cs typeface="Arial"/>
              </a:defRPr>
            </a:lvl9pPr>
          </a:lstStyle>
          <a:p xmlns:a="http://schemas.openxmlformats.org/drawingml/2006/main">
            <a:pPr>
              <a:defRPr sz="2700" b="1">
                <a:solidFill>
                  <a:srgbClr val="6D28E0"/>
                </a:solidFill>
                <a:latin typeface="Arial"/>
                <a:ea typeface="Arial"/>
                <a:cs typeface="Arial"/>
              </a:defRPr>
            </a:pPr>
            <a:r>
              <a:rPr sz="2700" b="1">
                <a:solidFill>
                  <a:srgbClr val="6D28E0"/>
                </a:solidFill>
                <a:latin typeface="Arial"/>
                <a:ea typeface="Arial"/>
                <a:cs typeface="Arial"/>
              </a:rPr>
              <a:t>[Correct answer or observable performance criterion]</a:t>
            </a:r>
          </a:p>
        </p:txBody>
      </p:sp>
      <p:sp>
        <p:nvSpPr>
          <p:cNvPr id="6" name="">
            <a:extLst xmlns:a="http://schemas.openxmlformats.org/drawingml/2006/main">
              <a:ext uri="{FF2B5EF4-FFF2-40B4-BE49-F238E27FC236}">
                <a16:creationId xmlns:a16="http://schemas.microsoft.com/office/drawing/2014/main" id="{D2102053-9305-48F7-A9F4-C1D3F38546A3}"/>
              </a:ext>
            </a:extLst>
          </p:cNvPr>
          <p:cNvSpPr>
            <a:spLocks xmlns:a="http://schemas.openxmlformats.org/drawingml/2006/main" noGrp="1"/>
          </p:cNvSpPr>
          <p:nvPr/>
        </p:nvSpPr>
        <p:spPr>
          <a:xfrm xmlns:a="http://schemas.openxmlformats.org/drawingml/2006/main">
            <a:off x="685800" y="38100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A1633"/>
                </a:solidFill>
                <a:latin typeface="Arial"/>
                <a:ea typeface="Arial"/>
                <a:cs typeface="Arial"/>
              </a:defRPr>
            </a:defPPr>
            <a:lvl1pPr>
              <a:defRPr sz="2250" b="0">
                <a:solidFill>
                  <a:srgbClr val="1A1633"/>
                </a:solidFill>
                <a:latin typeface="Arial"/>
                <a:ea typeface="Arial"/>
                <a:cs typeface="Arial"/>
              </a:defRPr>
            </a:lvl1pPr>
            <a:lvl2pPr>
              <a:defRPr sz="2250" b="0">
                <a:solidFill>
                  <a:srgbClr val="1A1633"/>
                </a:solidFill>
                <a:latin typeface="Arial"/>
                <a:ea typeface="Arial"/>
                <a:cs typeface="Arial"/>
              </a:defRPr>
            </a:lvl2pPr>
            <a:lvl3pPr>
              <a:defRPr sz="2250" b="0">
                <a:solidFill>
                  <a:srgbClr val="1A1633"/>
                </a:solidFill>
                <a:latin typeface="Arial"/>
                <a:ea typeface="Arial"/>
                <a:cs typeface="Arial"/>
              </a:defRPr>
            </a:lvl3pPr>
            <a:lvl4pPr>
              <a:defRPr sz="2250" b="0">
                <a:solidFill>
                  <a:srgbClr val="1A1633"/>
                </a:solidFill>
                <a:latin typeface="Arial"/>
                <a:ea typeface="Arial"/>
                <a:cs typeface="Arial"/>
              </a:defRPr>
            </a:lvl4pPr>
            <a:lvl5pPr>
              <a:defRPr sz="2250" b="0">
                <a:solidFill>
                  <a:srgbClr val="1A1633"/>
                </a:solidFill>
                <a:latin typeface="Arial"/>
                <a:ea typeface="Arial"/>
                <a:cs typeface="Arial"/>
              </a:defRPr>
            </a:lvl5pPr>
            <a:lvl6pPr>
              <a:defRPr sz="2250" b="0">
                <a:solidFill>
                  <a:srgbClr val="1A1633"/>
                </a:solidFill>
                <a:latin typeface="Arial"/>
                <a:ea typeface="Arial"/>
                <a:cs typeface="Arial"/>
              </a:defRPr>
            </a:lvl6pPr>
            <a:lvl7pPr>
              <a:defRPr sz="2250" b="0">
                <a:solidFill>
                  <a:srgbClr val="1A1633"/>
                </a:solidFill>
                <a:latin typeface="Arial"/>
                <a:ea typeface="Arial"/>
                <a:cs typeface="Arial"/>
              </a:defRPr>
            </a:lvl7pPr>
            <a:lvl8pPr>
              <a:defRPr sz="2250" b="0">
                <a:solidFill>
                  <a:srgbClr val="1A1633"/>
                </a:solidFill>
                <a:latin typeface="Arial"/>
                <a:ea typeface="Arial"/>
                <a:cs typeface="Arial"/>
              </a:defRPr>
            </a:lvl8pPr>
            <a:lvl9pPr>
              <a:defRPr sz="2250" b="0">
                <a:solidFill>
                  <a:srgbClr val="1A1633"/>
                </a:solidFill>
                <a:latin typeface="Arial"/>
                <a:ea typeface="Arial"/>
                <a:cs typeface="Arial"/>
              </a:defRPr>
            </a:lvl9pPr>
          </a:lstStyle>
          <a:p xmlns:a="http://schemas.openxmlformats.org/drawingml/2006/main">
            <a:pPr>
              <a:defRPr sz="2250" b="0">
                <a:solidFill>
                  <a:srgbClr val="1A1633"/>
                </a:solidFill>
                <a:latin typeface="Arial"/>
                <a:ea typeface="Arial"/>
                <a:cs typeface="Arial"/>
              </a:defRPr>
            </a:pPr>
            <a:r>
              <a:rPr sz="2250" b="0">
                <a:solidFill>
                  <a:srgbClr val="1A1633"/>
                </a:solidFill>
                <a:latin typeface="Arial"/>
                <a:ea typeface="Arial"/>
                <a:cs typeface="Arial"/>
              </a:rPr>
              <a:t>[Why it works and the common error it resolves]</a:t>
            </a:r>
          </a:p>
        </p:txBody>
      </p:sp>
      <p:sp>
        <p:nvSpPr>
          <p:cNvPr id="7" name="">
            <a:extLst xmlns:a="http://schemas.openxmlformats.org/drawingml/2006/main">
              <a:ext uri="{FF2B5EF4-FFF2-40B4-BE49-F238E27FC236}">
                <a16:creationId xmlns:a16="http://schemas.microsoft.com/office/drawing/2014/main" id="{89428725-F88E-48AC-BF6D-457C5E654D60}"/>
              </a:ext>
            </a:extLst>
          </p:cNvPr>
          <p:cNvSpPr>
            <a:spLocks xmlns:a="http://schemas.openxmlformats.org/drawingml/2006/main" noGrp="1"/>
          </p:cNvSpPr>
          <p:nvPr/>
        </p:nvSpPr>
        <p:spPr>
          <a:xfrm xmlns:a="http://schemas.openxmlformats.org/drawingml/2006/main">
            <a:off x="685800" y="5238750"/>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A1633"/>
                </a:solidFill>
                <a:latin typeface="Arial"/>
                <a:ea typeface="Arial"/>
                <a:cs typeface="Arial"/>
              </a:defRPr>
            </a:defPPr>
            <a:lvl1pPr>
              <a:defRPr sz="2250" b="0">
                <a:solidFill>
                  <a:srgbClr val="1A1633"/>
                </a:solidFill>
                <a:latin typeface="Arial"/>
                <a:ea typeface="Arial"/>
                <a:cs typeface="Arial"/>
              </a:defRPr>
            </a:lvl1pPr>
            <a:lvl2pPr>
              <a:defRPr sz="2250" b="0">
                <a:solidFill>
                  <a:srgbClr val="1A1633"/>
                </a:solidFill>
                <a:latin typeface="Arial"/>
                <a:ea typeface="Arial"/>
                <a:cs typeface="Arial"/>
              </a:defRPr>
            </a:lvl2pPr>
            <a:lvl3pPr>
              <a:defRPr sz="2250" b="0">
                <a:solidFill>
                  <a:srgbClr val="1A1633"/>
                </a:solidFill>
                <a:latin typeface="Arial"/>
                <a:ea typeface="Arial"/>
                <a:cs typeface="Arial"/>
              </a:defRPr>
            </a:lvl3pPr>
            <a:lvl4pPr>
              <a:defRPr sz="2250" b="0">
                <a:solidFill>
                  <a:srgbClr val="1A1633"/>
                </a:solidFill>
                <a:latin typeface="Arial"/>
                <a:ea typeface="Arial"/>
                <a:cs typeface="Arial"/>
              </a:defRPr>
            </a:lvl4pPr>
            <a:lvl5pPr>
              <a:defRPr sz="2250" b="0">
                <a:solidFill>
                  <a:srgbClr val="1A1633"/>
                </a:solidFill>
                <a:latin typeface="Arial"/>
                <a:ea typeface="Arial"/>
                <a:cs typeface="Arial"/>
              </a:defRPr>
            </a:lvl5pPr>
            <a:lvl6pPr>
              <a:defRPr sz="2250" b="0">
                <a:solidFill>
                  <a:srgbClr val="1A1633"/>
                </a:solidFill>
                <a:latin typeface="Arial"/>
                <a:ea typeface="Arial"/>
                <a:cs typeface="Arial"/>
              </a:defRPr>
            </a:lvl6pPr>
            <a:lvl7pPr>
              <a:defRPr sz="2250" b="0">
                <a:solidFill>
                  <a:srgbClr val="1A1633"/>
                </a:solidFill>
                <a:latin typeface="Arial"/>
                <a:ea typeface="Arial"/>
                <a:cs typeface="Arial"/>
              </a:defRPr>
            </a:lvl7pPr>
            <a:lvl8pPr>
              <a:defRPr sz="2250" b="0">
                <a:solidFill>
                  <a:srgbClr val="1A1633"/>
                </a:solidFill>
                <a:latin typeface="Arial"/>
                <a:ea typeface="Arial"/>
                <a:cs typeface="Arial"/>
              </a:defRPr>
            </a:lvl8pPr>
            <a:lvl9pPr>
              <a:defRPr sz="2250" b="0">
                <a:solidFill>
                  <a:srgbClr val="1A1633"/>
                </a:solidFill>
                <a:latin typeface="Arial"/>
                <a:ea typeface="Arial"/>
                <a:cs typeface="Arial"/>
              </a:defRPr>
            </a:lvl9pPr>
          </a:lstStyle>
          <a:p xmlns:a="http://schemas.openxmlformats.org/drawingml/2006/main">
            <a:pPr>
              <a:defRPr sz="2250" b="0">
                <a:solidFill>
                  <a:srgbClr val="1A1633"/>
                </a:solidFill>
                <a:latin typeface="Arial"/>
                <a:ea typeface="Arial"/>
                <a:cs typeface="Arial"/>
              </a:defRPr>
            </a:pPr>
            <a:r>
              <a:rPr sz="2250" b="0">
                <a:solidFill>
                  <a:srgbClr val="1A1633"/>
                </a:solidFill>
                <a:latin typeface="Arial"/>
                <a:ea typeface="Arial"/>
                <a:cs typeface="Arial"/>
              </a:rPr>
              <a:t>[One focused change for the next attempt]</a:t>
            </a:r>
          </a:p>
        </p:txBody>
      </p:sp>
    </p:spTree>
    <p:extLst>
      <p:ext uri="{BB962C8B-B14F-4D97-AF65-F5344CB8AC3E}">
        <p14:creationId xmlns:p14="http://schemas.microsoft.com/office/powerpoint/2010/main" val="561291726"/>
      </p:ext>
    </p:extLst>
  </p:cSld>
</p:sld>
</file>

<file path=ppt/slides/slide8.xml><?xml version="1.0" encoding="utf-8"?>
<p:sld xmlns:p="http://schemas.openxmlformats.org/presentationml/2006/main">
  <p:cSld>
    <p:bg>
      <p:bgPr>
        <a:solidFill xmlns:a="http://schemas.openxmlformats.org/drawingml/2006/main">
          <a:srgbClr val="FBFA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3743B8A-615A-48C2-B009-06B3916807BD}"/>
              </a:ext>
            </a:extLst>
          </p:cNvPr>
          <p:cNvSpPr>
            <a:spLocks xmlns:a="http://schemas.openxmlformats.org/drawingml/2006/main" noGrp="1"/>
          </p:cNvSpPr>
          <p:nvPr/>
        </p:nvSpPr>
        <p:spPr>
          <a:xfrm xmlns:a="http://schemas.openxmlformats.org/drawingml/2006/main">
            <a:off x="685800" y="3810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6D28E0"/>
                </a:solidFill>
                <a:latin typeface="Arial"/>
                <a:ea typeface="Arial"/>
                <a:cs typeface="Arial"/>
              </a:defRPr>
            </a:defPPr>
            <a:lvl1pPr>
              <a:defRPr sz="1350" b="1">
                <a:solidFill>
                  <a:srgbClr val="6D28E0"/>
                </a:solidFill>
                <a:latin typeface="Arial"/>
                <a:ea typeface="Arial"/>
                <a:cs typeface="Arial"/>
              </a:defRPr>
            </a:lvl1pPr>
            <a:lvl2pPr>
              <a:defRPr sz="1350" b="1">
                <a:solidFill>
                  <a:srgbClr val="6D28E0"/>
                </a:solidFill>
                <a:latin typeface="Arial"/>
                <a:ea typeface="Arial"/>
                <a:cs typeface="Arial"/>
              </a:defRPr>
            </a:lvl2pPr>
            <a:lvl3pPr>
              <a:defRPr sz="1350" b="1">
                <a:solidFill>
                  <a:srgbClr val="6D28E0"/>
                </a:solidFill>
                <a:latin typeface="Arial"/>
                <a:ea typeface="Arial"/>
                <a:cs typeface="Arial"/>
              </a:defRPr>
            </a:lvl3pPr>
            <a:lvl4pPr>
              <a:defRPr sz="1350" b="1">
                <a:solidFill>
                  <a:srgbClr val="6D28E0"/>
                </a:solidFill>
                <a:latin typeface="Arial"/>
                <a:ea typeface="Arial"/>
                <a:cs typeface="Arial"/>
              </a:defRPr>
            </a:lvl4pPr>
            <a:lvl5pPr>
              <a:defRPr sz="1350" b="1">
                <a:solidFill>
                  <a:srgbClr val="6D28E0"/>
                </a:solidFill>
                <a:latin typeface="Arial"/>
                <a:ea typeface="Arial"/>
                <a:cs typeface="Arial"/>
              </a:defRPr>
            </a:lvl5pPr>
            <a:lvl6pPr>
              <a:defRPr sz="1350" b="1">
                <a:solidFill>
                  <a:srgbClr val="6D28E0"/>
                </a:solidFill>
                <a:latin typeface="Arial"/>
                <a:ea typeface="Arial"/>
                <a:cs typeface="Arial"/>
              </a:defRPr>
            </a:lvl6pPr>
            <a:lvl7pPr>
              <a:defRPr sz="1350" b="1">
                <a:solidFill>
                  <a:srgbClr val="6D28E0"/>
                </a:solidFill>
                <a:latin typeface="Arial"/>
                <a:ea typeface="Arial"/>
                <a:cs typeface="Arial"/>
              </a:defRPr>
            </a:lvl7pPr>
            <a:lvl8pPr>
              <a:defRPr sz="1350" b="1">
                <a:solidFill>
                  <a:srgbClr val="6D28E0"/>
                </a:solidFill>
                <a:latin typeface="Arial"/>
                <a:ea typeface="Arial"/>
                <a:cs typeface="Arial"/>
              </a:defRPr>
            </a:lvl8pPr>
            <a:lvl9pPr>
              <a:defRPr sz="1350" b="1">
                <a:solidFill>
                  <a:srgbClr val="6D28E0"/>
                </a:solidFill>
                <a:latin typeface="Arial"/>
                <a:ea typeface="Arial"/>
                <a:cs typeface="Arial"/>
              </a:defRPr>
            </a:lvl9pPr>
          </a:lstStyle>
          <a:p xmlns:a="http://schemas.openxmlformats.org/drawingml/2006/main">
            <a:pPr>
              <a:defRPr sz="1350" b="1">
                <a:solidFill>
                  <a:srgbClr val="6D28E0"/>
                </a:solidFill>
                <a:latin typeface="Arial"/>
                <a:ea typeface="Arial"/>
                <a:cs typeface="Arial"/>
              </a:defRPr>
            </a:pPr>
            <a:r>
              <a:rPr sz="1350" b="1">
                <a:solidFill>
                  <a:srgbClr val="6D28E0"/>
                </a:solidFill>
                <a:latin typeface="Arial"/>
                <a:ea typeface="Arial"/>
                <a:cs typeface="Arial"/>
              </a:rPr>
              <a:t>LEARNER LAYOUT / APPLICATION</a:t>
            </a:r>
          </a:p>
        </p:txBody>
      </p:sp>
      <p:sp>
        <p:nvSpPr>
          <p:cNvPr id="2" name="">
            <a:extLst xmlns:a="http://schemas.openxmlformats.org/drawingml/2006/main">
              <a:ext uri="{FF2B5EF4-FFF2-40B4-BE49-F238E27FC236}">
                <a16:creationId xmlns:a16="http://schemas.microsoft.com/office/drawing/2014/main" id="{920971AC-BD10-4B26-BA8A-F2537041970B}"/>
              </a:ext>
            </a:extLst>
          </p:cNvPr>
          <p:cNvSpPr>
            <a:spLocks xmlns:a="http://schemas.openxmlformats.org/drawingml/2006/main" noGrp="1"/>
          </p:cNvSpPr>
          <p:nvPr/>
        </p:nvSpPr>
        <p:spPr>
          <a:xfrm xmlns:a="http://schemas.openxmlformats.org/drawingml/2006/main">
            <a:off x="685800" y="10287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A1633"/>
                </a:solidFill>
                <a:latin typeface="Arial"/>
                <a:ea typeface="Arial"/>
                <a:cs typeface="Arial"/>
              </a:defRPr>
            </a:defPPr>
            <a:lvl1pPr>
              <a:defRPr sz="3600" b="1">
                <a:solidFill>
                  <a:srgbClr val="1A1633"/>
                </a:solidFill>
                <a:latin typeface="Arial"/>
                <a:ea typeface="Arial"/>
                <a:cs typeface="Arial"/>
              </a:defRPr>
            </a:lvl1pPr>
            <a:lvl2pPr>
              <a:defRPr sz="3600" b="1">
                <a:solidFill>
                  <a:srgbClr val="1A1633"/>
                </a:solidFill>
                <a:latin typeface="Arial"/>
                <a:ea typeface="Arial"/>
                <a:cs typeface="Arial"/>
              </a:defRPr>
            </a:lvl2pPr>
            <a:lvl3pPr>
              <a:defRPr sz="3600" b="1">
                <a:solidFill>
                  <a:srgbClr val="1A1633"/>
                </a:solidFill>
                <a:latin typeface="Arial"/>
                <a:ea typeface="Arial"/>
                <a:cs typeface="Arial"/>
              </a:defRPr>
            </a:lvl3pPr>
            <a:lvl4pPr>
              <a:defRPr sz="3600" b="1">
                <a:solidFill>
                  <a:srgbClr val="1A1633"/>
                </a:solidFill>
                <a:latin typeface="Arial"/>
                <a:ea typeface="Arial"/>
                <a:cs typeface="Arial"/>
              </a:defRPr>
            </a:lvl4pPr>
            <a:lvl5pPr>
              <a:defRPr sz="3600" b="1">
                <a:solidFill>
                  <a:srgbClr val="1A1633"/>
                </a:solidFill>
                <a:latin typeface="Arial"/>
                <a:ea typeface="Arial"/>
                <a:cs typeface="Arial"/>
              </a:defRPr>
            </a:lvl5pPr>
            <a:lvl6pPr>
              <a:defRPr sz="3600" b="1">
                <a:solidFill>
                  <a:srgbClr val="1A1633"/>
                </a:solidFill>
                <a:latin typeface="Arial"/>
                <a:ea typeface="Arial"/>
                <a:cs typeface="Arial"/>
              </a:defRPr>
            </a:lvl6pPr>
            <a:lvl7pPr>
              <a:defRPr sz="3600" b="1">
                <a:solidFill>
                  <a:srgbClr val="1A1633"/>
                </a:solidFill>
                <a:latin typeface="Arial"/>
                <a:ea typeface="Arial"/>
                <a:cs typeface="Arial"/>
              </a:defRPr>
            </a:lvl7pPr>
            <a:lvl8pPr>
              <a:defRPr sz="3600" b="1">
                <a:solidFill>
                  <a:srgbClr val="1A1633"/>
                </a:solidFill>
                <a:latin typeface="Arial"/>
                <a:ea typeface="Arial"/>
                <a:cs typeface="Arial"/>
              </a:defRPr>
            </a:lvl8pPr>
            <a:lvl9pPr>
              <a:defRPr sz="3600" b="1">
                <a:solidFill>
                  <a:srgbClr val="1A1633"/>
                </a:solidFill>
                <a:latin typeface="Arial"/>
                <a:ea typeface="Arial"/>
                <a:cs typeface="Arial"/>
              </a:defRPr>
            </a:lvl9pPr>
          </a:lstStyle>
          <a:p xmlns:a="http://schemas.openxmlformats.org/drawingml/2006/main">
            <a:pPr>
              <a:defRPr sz="3600" b="1">
                <a:solidFill>
                  <a:srgbClr val="1A1633"/>
                </a:solidFill>
                <a:latin typeface="Arial"/>
                <a:ea typeface="Arial"/>
                <a:cs typeface="Arial"/>
              </a:defRPr>
            </a:pPr>
            <a:r>
              <a:rPr sz="3600" b="1">
                <a:solidFill>
                  <a:srgbClr val="1A1633"/>
                </a:solidFill>
                <a:latin typeface="Arial"/>
                <a:ea typeface="Arial"/>
                <a:cs typeface="Arial"/>
              </a:rPr>
              <a:t>[The skill in a phrase, groove or song]</a:t>
            </a:r>
          </a:p>
        </p:txBody>
      </p:sp>
      <p:sp>
        <p:nvSpPr>
          <p:cNvPr id="3" name="">
            <a:extLst xmlns:a="http://schemas.openxmlformats.org/drawingml/2006/main">
              <a:ext uri="{FF2B5EF4-FFF2-40B4-BE49-F238E27FC236}">
                <a16:creationId xmlns:a16="http://schemas.microsoft.com/office/drawing/2014/main" id="{5BCC123E-B386-4146-AC94-33328A6AAE2F}"/>
              </a:ext>
            </a:extLst>
          </p:cNvPr>
          <p:cNvSpPr>
            <a:spLocks xmlns:a="http://schemas.openxmlformats.org/drawingml/2006/main" noGrp="1"/>
          </p:cNvSpPr>
          <p:nvPr/>
        </p:nvSpPr>
        <p:spPr>
          <a:xfrm xmlns:a="http://schemas.openxmlformats.org/drawingml/2006/main">
            <a:off x="685800" y="6362700"/>
            <a:ext cx="9906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5470"/>
                </a:solidFill>
                <a:latin typeface="Arial"/>
                <a:ea typeface="Arial"/>
                <a:cs typeface="Arial"/>
              </a:defRPr>
            </a:defPPr>
            <a:lvl1pPr>
              <a:defRPr sz="1200" b="0">
                <a:solidFill>
                  <a:srgbClr val="5B5470"/>
                </a:solidFill>
                <a:latin typeface="Arial"/>
                <a:ea typeface="Arial"/>
                <a:cs typeface="Arial"/>
              </a:defRPr>
            </a:lvl1pPr>
            <a:lvl2pPr>
              <a:defRPr sz="1200" b="0">
                <a:solidFill>
                  <a:srgbClr val="5B5470"/>
                </a:solidFill>
                <a:latin typeface="Arial"/>
                <a:ea typeface="Arial"/>
                <a:cs typeface="Arial"/>
              </a:defRPr>
            </a:lvl2pPr>
            <a:lvl3pPr>
              <a:defRPr sz="1200" b="0">
                <a:solidFill>
                  <a:srgbClr val="5B5470"/>
                </a:solidFill>
                <a:latin typeface="Arial"/>
                <a:ea typeface="Arial"/>
                <a:cs typeface="Arial"/>
              </a:defRPr>
            </a:lvl3pPr>
            <a:lvl4pPr>
              <a:defRPr sz="1200" b="0">
                <a:solidFill>
                  <a:srgbClr val="5B5470"/>
                </a:solidFill>
                <a:latin typeface="Arial"/>
                <a:ea typeface="Arial"/>
                <a:cs typeface="Arial"/>
              </a:defRPr>
            </a:lvl4pPr>
            <a:lvl5pPr>
              <a:defRPr sz="1200" b="0">
                <a:solidFill>
                  <a:srgbClr val="5B5470"/>
                </a:solidFill>
                <a:latin typeface="Arial"/>
                <a:ea typeface="Arial"/>
                <a:cs typeface="Arial"/>
              </a:defRPr>
            </a:lvl5pPr>
            <a:lvl6pPr>
              <a:defRPr sz="1200" b="0">
                <a:solidFill>
                  <a:srgbClr val="5B5470"/>
                </a:solidFill>
                <a:latin typeface="Arial"/>
                <a:ea typeface="Arial"/>
                <a:cs typeface="Arial"/>
              </a:defRPr>
            </a:lvl6pPr>
            <a:lvl7pPr>
              <a:defRPr sz="1200" b="0">
                <a:solidFill>
                  <a:srgbClr val="5B5470"/>
                </a:solidFill>
                <a:latin typeface="Arial"/>
                <a:ea typeface="Arial"/>
                <a:cs typeface="Arial"/>
              </a:defRPr>
            </a:lvl7pPr>
            <a:lvl8pPr>
              <a:defRPr sz="1200" b="0">
                <a:solidFill>
                  <a:srgbClr val="5B5470"/>
                </a:solidFill>
                <a:latin typeface="Arial"/>
                <a:ea typeface="Arial"/>
                <a:cs typeface="Arial"/>
              </a:defRPr>
            </a:lvl8pPr>
            <a:lvl9pPr>
              <a:defRPr sz="1200" b="0">
                <a:solidFill>
                  <a:srgbClr val="5B5470"/>
                </a:solidFill>
                <a:latin typeface="Arial"/>
                <a:ea typeface="Arial"/>
                <a:cs typeface="Arial"/>
              </a:defRPr>
            </a:lvl9pPr>
          </a:lstStyle>
          <a:p xmlns:a="http://schemas.openxmlformats.org/drawingml/2006/main">
            <a:pPr>
              <a:defRPr sz="1200" b="0">
                <a:solidFill>
                  <a:srgbClr val="5B5470"/>
                </a:solidFill>
                <a:latin typeface="Arial"/>
                <a:ea typeface="Arial"/>
                <a:cs typeface="Arial"/>
              </a:defRPr>
            </a:pPr>
            <a:r>
              <a:rPr sz="1200" b="0">
                <a:solidFill>
                  <a:srgbClr val="5B5470"/>
                </a:solidFill>
                <a:latin typeface="Arial"/>
                <a:ea typeface="Arial"/>
                <a:cs typeface="Arial"/>
              </a:rPr>
              <a:t>Motif Path  /  Content presentation template</a:t>
            </a:r>
          </a:p>
        </p:txBody>
      </p:sp>
      <p:sp>
        <p:nvSpPr>
          <p:cNvPr id="4" name="">
            <a:extLst xmlns:a="http://schemas.openxmlformats.org/drawingml/2006/main">
              <a:ext uri="{FF2B5EF4-FFF2-40B4-BE49-F238E27FC236}">
                <a16:creationId xmlns:a16="http://schemas.microsoft.com/office/drawing/2014/main" id="{C66C96A9-DE09-4FAA-A4B6-8A00E331AE02}"/>
              </a:ext>
            </a:extLst>
          </p:cNvPr>
          <p:cNvSpPr>
            <a:spLocks xmlns:a="http://schemas.openxmlformats.org/drawingml/2006/main" noGrp="1"/>
          </p:cNvSpPr>
          <p:nvPr/>
        </p:nvSpPr>
        <p:spPr>
          <a:xfrm xmlns:a="http://schemas.openxmlformats.org/drawingml/2006/main">
            <a:off x="109537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5470"/>
                </a:solidFill>
                <a:latin typeface="Arial"/>
                <a:ea typeface="Arial"/>
                <a:cs typeface="Arial"/>
              </a:defRPr>
            </a:defPPr>
            <a:lvl1pPr>
              <a:defRPr sz="1200" b="0">
                <a:solidFill>
                  <a:srgbClr val="5B5470"/>
                </a:solidFill>
                <a:latin typeface="Arial"/>
                <a:ea typeface="Arial"/>
                <a:cs typeface="Arial"/>
              </a:defRPr>
            </a:lvl1pPr>
            <a:lvl2pPr>
              <a:defRPr sz="1200" b="0">
                <a:solidFill>
                  <a:srgbClr val="5B5470"/>
                </a:solidFill>
                <a:latin typeface="Arial"/>
                <a:ea typeface="Arial"/>
                <a:cs typeface="Arial"/>
              </a:defRPr>
            </a:lvl2pPr>
            <a:lvl3pPr>
              <a:defRPr sz="1200" b="0">
                <a:solidFill>
                  <a:srgbClr val="5B5470"/>
                </a:solidFill>
                <a:latin typeface="Arial"/>
                <a:ea typeface="Arial"/>
                <a:cs typeface="Arial"/>
              </a:defRPr>
            </a:lvl3pPr>
            <a:lvl4pPr>
              <a:defRPr sz="1200" b="0">
                <a:solidFill>
                  <a:srgbClr val="5B5470"/>
                </a:solidFill>
                <a:latin typeface="Arial"/>
                <a:ea typeface="Arial"/>
                <a:cs typeface="Arial"/>
              </a:defRPr>
            </a:lvl4pPr>
            <a:lvl5pPr>
              <a:defRPr sz="1200" b="0">
                <a:solidFill>
                  <a:srgbClr val="5B5470"/>
                </a:solidFill>
                <a:latin typeface="Arial"/>
                <a:ea typeface="Arial"/>
                <a:cs typeface="Arial"/>
              </a:defRPr>
            </a:lvl5pPr>
            <a:lvl6pPr>
              <a:defRPr sz="1200" b="0">
                <a:solidFill>
                  <a:srgbClr val="5B5470"/>
                </a:solidFill>
                <a:latin typeface="Arial"/>
                <a:ea typeface="Arial"/>
                <a:cs typeface="Arial"/>
              </a:defRPr>
            </a:lvl6pPr>
            <a:lvl7pPr>
              <a:defRPr sz="1200" b="0">
                <a:solidFill>
                  <a:srgbClr val="5B5470"/>
                </a:solidFill>
                <a:latin typeface="Arial"/>
                <a:ea typeface="Arial"/>
                <a:cs typeface="Arial"/>
              </a:defRPr>
            </a:lvl7pPr>
            <a:lvl8pPr>
              <a:defRPr sz="1200" b="0">
                <a:solidFill>
                  <a:srgbClr val="5B5470"/>
                </a:solidFill>
                <a:latin typeface="Arial"/>
                <a:ea typeface="Arial"/>
                <a:cs typeface="Arial"/>
              </a:defRPr>
            </a:lvl8pPr>
            <a:lvl9pPr>
              <a:defRPr sz="1200" b="0">
                <a:solidFill>
                  <a:srgbClr val="5B5470"/>
                </a:solidFill>
                <a:latin typeface="Arial"/>
                <a:ea typeface="Arial"/>
                <a:cs typeface="Arial"/>
              </a:defRPr>
            </a:lvl9pPr>
          </a:lstStyle>
          <a:p xmlns:a="http://schemas.openxmlformats.org/drawingml/2006/main">
            <a:pPr>
              <a:defRPr sz="1200" b="0">
                <a:solidFill>
                  <a:srgbClr val="5B5470"/>
                </a:solidFill>
                <a:latin typeface="Arial"/>
                <a:ea typeface="Arial"/>
                <a:cs typeface="Arial"/>
              </a:defRPr>
            </a:pPr>
            <a:r>
              <a:rPr sz="1200" b="0">
                <a:solidFill>
                  <a:srgbClr val="5B5470"/>
                </a:solidFill>
                <a:latin typeface="Arial"/>
                <a:ea typeface="Arial"/>
                <a:cs typeface="Arial"/>
              </a:rPr>
              <a:t>08</a:t>
            </a:r>
          </a:p>
        </p:txBody>
      </p:sp>
      <p:sp>
        <p:nvSpPr>
          <p:cNvPr id="5" name="">
            <a:extLst xmlns:a="http://schemas.openxmlformats.org/drawingml/2006/main">
              <a:ext uri="{FF2B5EF4-FFF2-40B4-BE49-F238E27FC236}">
                <a16:creationId xmlns:a16="http://schemas.microsoft.com/office/drawing/2014/main" id="{36D38254-0059-4EB7-86B7-921E90DE2E69}"/>
              </a:ext>
            </a:extLst>
          </p:cNvPr>
          <p:cNvSpPr>
            <a:spLocks xmlns:a="http://schemas.openxmlformats.org/drawingml/2006/main" noGrp="1"/>
          </p:cNvSpPr>
          <p:nvPr/>
        </p:nvSpPr>
        <p:spPr>
          <a:xfrm xmlns:a="http://schemas.openxmlformats.org/drawingml/2006/main">
            <a:off x="685800" y="25717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6D28E0"/>
                </a:solidFill>
                <a:latin typeface="Arial"/>
                <a:ea typeface="Arial"/>
                <a:cs typeface="Arial"/>
              </a:defRPr>
            </a:defPPr>
            <a:lvl1pPr>
              <a:defRPr sz="3000" b="1">
                <a:solidFill>
                  <a:srgbClr val="6D28E0"/>
                </a:solidFill>
                <a:latin typeface="Arial"/>
                <a:ea typeface="Arial"/>
                <a:cs typeface="Arial"/>
              </a:defRPr>
            </a:lvl1pPr>
            <a:lvl2pPr>
              <a:defRPr sz="3000" b="1">
                <a:solidFill>
                  <a:srgbClr val="6D28E0"/>
                </a:solidFill>
                <a:latin typeface="Arial"/>
                <a:ea typeface="Arial"/>
                <a:cs typeface="Arial"/>
              </a:defRPr>
            </a:lvl2pPr>
            <a:lvl3pPr>
              <a:defRPr sz="3000" b="1">
                <a:solidFill>
                  <a:srgbClr val="6D28E0"/>
                </a:solidFill>
                <a:latin typeface="Arial"/>
                <a:ea typeface="Arial"/>
                <a:cs typeface="Arial"/>
              </a:defRPr>
            </a:lvl3pPr>
            <a:lvl4pPr>
              <a:defRPr sz="3000" b="1">
                <a:solidFill>
                  <a:srgbClr val="6D28E0"/>
                </a:solidFill>
                <a:latin typeface="Arial"/>
                <a:ea typeface="Arial"/>
                <a:cs typeface="Arial"/>
              </a:defRPr>
            </a:lvl4pPr>
            <a:lvl5pPr>
              <a:defRPr sz="3000" b="1">
                <a:solidFill>
                  <a:srgbClr val="6D28E0"/>
                </a:solidFill>
                <a:latin typeface="Arial"/>
                <a:ea typeface="Arial"/>
                <a:cs typeface="Arial"/>
              </a:defRPr>
            </a:lvl5pPr>
            <a:lvl6pPr>
              <a:defRPr sz="3000" b="1">
                <a:solidFill>
                  <a:srgbClr val="6D28E0"/>
                </a:solidFill>
                <a:latin typeface="Arial"/>
                <a:ea typeface="Arial"/>
                <a:cs typeface="Arial"/>
              </a:defRPr>
            </a:lvl6pPr>
            <a:lvl7pPr>
              <a:defRPr sz="3000" b="1">
                <a:solidFill>
                  <a:srgbClr val="6D28E0"/>
                </a:solidFill>
                <a:latin typeface="Arial"/>
                <a:ea typeface="Arial"/>
                <a:cs typeface="Arial"/>
              </a:defRPr>
            </a:lvl7pPr>
            <a:lvl8pPr>
              <a:defRPr sz="3000" b="1">
                <a:solidFill>
                  <a:srgbClr val="6D28E0"/>
                </a:solidFill>
                <a:latin typeface="Arial"/>
                <a:ea typeface="Arial"/>
                <a:cs typeface="Arial"/>
              </a:defRPr>
            </a:lvl8pPr>
            <a:lvl9pPr>
              <a:defRPr sz="3000" b="1">
                <a:solidFill>
                  <a:srgbClr val="6D28E0"/>
                </a:solidFill>
                <a:latin typeface="Arial"/>
                <a:ea typeface="Arial"/>
                <a:cs typeface="Arial"/>
              </a:defRPr>
            </a:lvl9pPr>
          </a:lstStyle>
          <a:p xmlns:a="http://schemas.openxmlformats.org/drawingml/2006/main">
            <a:pPr>
              <a:defRPr sz="3000" b="1">
                <a:solidFill>
                  <a:srgbClr val="6D28E0"/>
                </a:solidFill>
                <a:latin typeface="Arial"/>
                <a:ea typeface="Arial"/>
                <a:cs typeface="Arial"/>
              </a:defRPr>
            </a:pPr>
            <a:r>
              <a:rPr sz="3000" b="1">
                <a:solidFill>
                  <a:srgbClr val="6D28E0"/>
                </a:solidFill>
                <a:latin typeface="Arial"/>
                <a:ea typeface="Arial"/>
                <a:cs typeface="Arial"/>
              </a:rPr>
              <a:t>[A short application with a musical payoff]</a:t>
            </a:r>
          </a:p>
        </p:txBody>
      </p:sp>
      <p:sp>
        <p:nvSpPr>
          <p:cNvPr id="6" name="">
            <a:extLst xmlns:a="http://schemas.openxmlformats.org/drawingml/2006/main">
              <a:ext uri="{FF2B5EF4-FFF2-40B4-BE49-F238E27FC236}">
                <a16:creationId xmlns:a16="http://schemas.microsoft.com/office/drawing/2014/main" id="{BFB729F2-DB48-4FBB-8771-46C8BD344EEB}"/>
              </a:ext>
            </a:extLst>
          </p:cNvPr>
          <p:cNvSpPr>
            <a:spLocks xmlns:a="http://schemas.openxmlformats.org/drawingml/2006/main" noGrp="1"/>
          </p:cNvSpPr>
          <p:nvPr/>
        </p:nvSpPr>
        <p:spPr>
          <a:xfrm xmlns:a="http://schemas.openxmlformats.org/drawingml/2006/main">
            <a:off x="685800" y="41433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A1633"/>
                </a:solidFill>
                <a:latin typeface="Arial"/>
                <a:ea typeface="Arial"/>
                <a:cs typeface="Arial"/>
              </a:defRPr>
            </a:defPPr>
            <a:lvl1pPr>
              <a:defRPr sz="2250" b="0">
                <a:solidFill>
                  <a:srgbClr val="1A1633"/>
                </a:solidFill>
                <a:latin typeface="Arial"/>
                <a:ea typeface="Arial"/>
                <a:cs typeface="Arial"/>
              </a:defRPr>
            </a:lvl1pPr>
            <a:lvl2pPr>
              <a:defRPr sz="2250" b="0">
                <a:solidFill>
                  <a:srgbClr val="1A1633"/>
                </a:solidFill>
                <a:latin typeface="Arial"/>
                <a:ea typeface="Arial"/>
                <a:cs typeface="Arial"/>
              </a:defRPr>
            </a:lvl2pPr>
            <a:lvl3pPr>
              <a:defRPr sz="2250" b="0">
                <a:solidFill>
                  <a:srgbClr val="1A1633"/>
                </a:solidFill>
                <a:latin typeface="Arial"/>
                <a:ea typeface="Arial"/>
                <a:cs typeface="Arial"/>
              </a:defRPr>
            </a:lvl3pPr>
            <a:lvl4pPr>
              <a:defRPr sz="2250" b="0">
                <a:solidFill>
                  <a:srgbClr val="1A1633"/>
                </a:solidFill>
                <a:latin typeface="Arial"/>
                <a:ea typeface="Arial"/>
                <a:cs typeface="Arial"/>
              </a:defRPr>
            </a:lvl4pPr>
            <a:lvl5pPr>
              <a:defRPr sz="2250" b="0">
                <a:solidFill>
                  <a:srgbClr val="1A1633"/>
                </a:solidFill>
                <a:latin typeface="Arial"/>
                <a:ea typeface="Arial"/>
                <a:cs typeface="Arial"/>
              </a:defRPr>
            </a:lvl5pPr>
            <a:lvl6pPr>
              <a:defRPr sz="2250" b="0">
                <a:solidFill>
                  <a:srgbClr val="1A1633"/>
                </a:solidFill>
                <a:latin typeface="Arial"/>
                <a:ea typeface="Arial"/>
                <a:cs typeface="Arial"/>
              </a:defRPr>
            </a:lvl6pPr>
            <a:lvl7pPr>
              <a:defRPr sz="2250" b="0">
                <a:solidFill>
                  <a:srgbClr val="1A1633"/>
                </a:solidFill>
                <a:latin typeface="Arial"/>
                <a:ea typeface="Arial"/>
                <a:cs typeface="Arial"/>
              </a:defRPr>
            </a:lvl7pPr>
            <a:lvl8pPr>
              <a:defRPr sz="2250" b="0">
                <a:solidFill>
                  <a:srgbClr val="1A1633"/>
                </a:solidFill>
                <a:latin typeface="Arial"/>
                <a:ea typeface="Arial"/>
                <a:cs typeface="Arial"/>
              </a:defRPr>
            </a:lvl8pPr>
            <a:lvl9pPr>
              <a:defRPr sz="2250" b="0">
                <a:solidFill>
                  <a:srgbClr val="1A1633"/>
                </a:solidFill>
                <a:latin typeface="Arial"/>
                <a:ea typeface="Arial"/>
                <a:cs typeface="Arial"/>
              </a:defRPr>
            </a:lvl9pPr>
          </a:lstStyle>
          <a:p xmlns:a="http://schemas.openxmlformats.org/drawingml/2006/main">
            <a:pPr>
              <a:defRPr sz="2250" b="0">
                <a:solidFill>
                  <a:srgbClr val="1A1633"/>
                </a:solidFill>
                <a:latin typeface="Arial"/>
                <a:ea typeface="Arial"/>
                <a:cs typeface="Arial"/>
              </a:defRPr>
            </a:pPr>
            <a:r>
              <a:rPr sz="2250" b="0">
                <a:solidFill>
                  <a:srgbClr val="1A1633"/>
                </a:solidFill>
                <a:latin typeface="Arial"/>
                <a:ea typeface="Arial"/>
                <a:cs typeface="Arial"/>
              </a:rPr>
              <a:t>[What successful use sounds or feels like]</a:t>
            </a:r>
          </a:p>
        </p:txBody>
      </p:sp>
      <p:sp>
        <p:nvSpPr>
          <p:cNvPr id="7" name="">
            <a:extLst xmlns:a="http://schemas.openxmlformats.org/drawingml/2006/main">
              <a:ext uri="{FF2B5EF4-FFF2-40B4-BE49-F238E27FC236}">
                <a16:creationId xmlns:a16="http://schemas.microsoft.com/office/drawing/2014/main" id="{65FF163F-C7FB-4880-874F-1021BC899F30}"/>
              </a:ext>
            </a:extLst>
          </p:cNvPr>
          <p:cNvSpPr>
            <a:spLocks xmlns:a="http://schemas.openxmlformats.org/drawingml/2006/main" noGrp="1"/>
          </p:cNvSpPr>
          <p:nvPr/>
        </p:nvSpPr>
        <p:spPr>
          <a:xfrm xmlns:a="http://schemas.openxmlformats.org/drawingml/2006/main">
            <a:off x="685800" y="5381625"/>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5470"/>
                </a:solidFill>
                <a:latin typeface="Arial"/>
                <a:ea typeface="Arial"/>
                <a:cs typeface="Arial"/>
              </a:defRPr>
            </a:defPPr>
            <a:lvl1pPr>
              <a:defRPr sz="1875" b="0">
                <a:solidFill>
                  <a:srgbClr val="5B5470"/>
                </a:solidFill>
                <a:latin typeface="Arial"/>
                <a:ea typeface="Arial"/>
                <a:cs typeface="Arial"/>
              </a:defRPr>
            </a:lvl1pPr>
            <a:lvl2pPr>
              <a:defRPr sz="1875" b="0">
                <a:solidFill>
                  <a:srgbClr val="5B5470"/>
                </a:solidFill>
                <a:latin typeface="Arial"/>
                <a:ea typeface="Arial"/>
                <a:cs typeface="Arial"/>
              </a:defRPr>
            </a:lvl2pPr>
            <a:lvl3pPr>
              <a:defRPr sz="1875" b="0">
                <a:solidFill>
                  <a:srgbClr val="5B5470"/>
                </a:solidFill>
                <a:latin typeface="Arial"/>
                <a:ea typeface="Arial"/>
                <a:cs typeface="Arial"/>
              </a:defRPr>
            </a:lvl3pPr>
            <a:lvl4pPr>
              <a:defRPr sz="1875" b="0">
                <a:solidFill>
                  <a:srgbClr val="5B5470"/>
                </a:solidFill>
                <a:latin typeface="Arial"/>
                <a:ea typeface="Arial"/>
                <a:cs typeface="Arial"/>
              </a:defRPr>
            </a:lvl4pPr>
            <a:lvl5pPr>
              <a:defRPr sz="1875" b="0">
                <a:solidFill>
                  <a:srgbClr val="5B5470"/>
                </a:solidFill>
                <a:latin typeface="Arial"/>
                <a:ea typeface="Arial"/>
                <a:cs typeface="Arial"/>
              </a:defRPr>
            </a:lvl5pPr>
            <a:lvl6pPr>
              <a:defRPr sz="1875" b="0">
                <a:solidFill>
                  <a:srgbClr val="5B5470"/>
                </a:solidFill>
                <a:latin typeface="Arial"/>
                <a:ea typeface="Arial"/>
                <a:cs typeface="Arial"/>
              </a:defRPr>
            </a:lvl6pPr>
            <a:lvl7pPr>
              <a:defRPr sz="1875" b="0">
                <a:solidFill>
                  <a:srgbClr val="5B5470"/>
                </a:solidFill>
                <a:latin typeface="Arial"/>
                <a:ea typeface="Arial"/>
                <a:cs typeface="Arial"/>
              </a:defRPr>
            </a:lvl7pPr>
            <a:lvl8pPr>
              <a:defRPr sz="1875" b="0">
                <a:solidFill>
                  <a:srgbClr val="5B5470"/>
                </a:solidFill>
                <a:latin typeface="Arial"/>
                <a:ea typeface="Arial"/>
                <a:cs typeface="Arial"/>
              </a:defRPr>
            </a:lvl8pPr>
            <a:lvl9pPr>
              <a:defRPr sz="1875" b="0">
                <a:solidFill>
                  <a:srgbClr val="5B5470"/>
                </a:solidFill>
                <a:latin typeface="Arial"/>
                <a:ea typeface="Arial"/>
                <a:cs typeface="Arial"/>
              </a:defRPr>
            </a:lvl9pPr>
          </a:lstStyle>
          <a:p xmlns:a="http://schemas.openxmlformats.org/drawingml/2006/main">
            <a:pPr>
              <a:defRPr sz="1875" b="0">
                <a:solidFill>
                  <a:srgbClr val="5B5470"/>
                </a:solidFill>
                <a:latin typeface="Arial"/>
                <a:ea typeface="Arial"/>
                <a:cs typeface="Arial"/>
              </a:defRPr>
            </a:pPr>
            <a:r>
              <a:rPr sz="1875" b="0">
                <a:solidFill>
                  <a:srgbClr val="5B5470"/>
                </a:solidFill>
                <a:latin typeface="Arial"/>
                <a:ea typeface="Arial"/>
                <a:cs typeface="Arial"/>
              </a:rPr>
              <a:t>[Useful variation or repeat practice]   [Exact reference]</a:t>
            </a:r>
          </a:p>
        </p:txBody>
      </p:sp>
    </p:spTree>
    <p:extLst>
      <p:ext uri="{BB962C8B-B14F-4D97-AF65-F5344CB8AC3E}">
        <p14:creationId xmlns:p14="http://schemas.microsoft.com/office/powerpoint/2010/main" val="558077522"/>
      </p:ext>
    </p:extLst>
  </p:cSld>
</p:sld>
</file>

<file path=ppt/slides/slide9.xml><?xml version="1.0" encoding="utf-8"?>
<p:sld xmlns:p="http://schemas.openxmlformats.org/presentationml/2006/main">
  <p:cSld>
    <p:bg>
      <p:bgPr>
        <a:solidFill xmlns:a="http://schemas.openxmlformats.org/drawingml/2006/main">
          <a:srgbClr val="FBFA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3D2B9B8-04A8-4DC4-906E-C480CFA42240}"/>
              </a:ext>
            </a:extLst>
          </p:cNvPr>
          <p:cNvSpPr>
            <a:spLocks xmlns:a="http://schemas.openxmlformats.org/drawingml/2006/main" noGrp="1"/>
          </p:cNvSpPr>
          <p:nvPr/>
        </p:nvSpPr>
        <p:spPr>
          <a:xfrm xmlns:a="http://schemas.openxmlformats.org/drawingml/2006/main">
            <a:off x="685800" y="3810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6D28E0"/>
                </a:solidFill>
                <a:latin typeface="Arial"/>
                <a:ea typeface="Arial"/>
                <a:cs typeface="Arial"/>
              </a:defRPr>
            </a:defPPr>
            <a:lvl1pPr>
              <a:defRPr sz="1350" b="1">
                <a:solidFill>
                  <a:srgbClr val="6D28E0"/>
                </a:solidFill>
                <a:latin typeface="Arial"/>
                <a:ea typeface="Arial"/>
                <a:cs typeface="Arial"/>
              </a:defRPr>
            </a:lvl1pPr>
            <a:lvl2pPr>
              <a:defRPr sz="1350" b="1">
                <a:solidFill>
                  <a:srgbClr val="6D28E0"/>
                </a:solidFill>
                <a:latin typeface="Arial"/>
                <a:ea typeface="Arial"/>
                <a:cs typeface="Arial"/>
              </a:defRPr>
            </a:lvl2pPr>
            <a:lvl3pPr>
              <a:defRPr sz="1350" b="1">
                <a:solidFill>
                  <a:srgbClr val="6D28E0"/>
                </a:solidFill>
                <a:latin typeface="Arial"/>
                <a:ea typeface="Arial"/>
                <a:cs typeface="Arial"/>
              </a:defRPr>
            </a:lvl3pPr>
            <a:lvl4pPr>
              <a:defRPr sz="1350" b="1">
                <a:solidFill>
                  <a:srgbClr val="6D28E0"/>
                </a:solidFill>
                <a:latin typeface="Arial"/>
                <a:ea typeface="Arial"/>
                <a:cs typeface="Arial"/>
              </a:defRPr>
            </a:lvl4pPr>
            <a:lvl5pPr>
              <a:defRPr sz="1350" b="1">
                <a:solidFill>
                  <a:srgbClr val="6D28E0"/>
                </a:solidFill>
                <a:latin typeface="Arial"/>
                <a:ea typeface="Arial"/>
                <a:cs typeface="Arial"/>
              </a:defRPr>
            </a:lvl5pPr>
            <a:lvl6pPr>
              <a:defRPr sz="1350" b="1">
                <a:solidFill>
                  <a:srgbClr val="6D28E0"/>
                </a:solidFill>
                <a:latin typeface="Arial"/>
                <a:ea typeface="Arial"/>
                <a:cs typeface="Arial"/>
              </a:defRPr>
            </a:lvl6pPr>
            <a:lvl7pPr>
              <a:defRPr sz="1350" b="1">
                <a:solidFill>
                  <a:srgbClr val="6D28E0"/>
                </a:solidFill>
                <a:latin typeface="Arial"/>
                <a:ea typeface="Arial"/>
                <a:cs typeface="Arial"/>
              </a:defRPr>
            </a:lvl7pPr>
            <a:lvl8pPr>
              <a:defRPr sz="1350" b="1">
                <a:solidFill>
                  <a:srgbClr val="6D28E0"/>
                </a:solidFill>
                <a:latin typeface="Arial"/>
                <a:ea typeface="Arial"/>
                <a:cs typeface="Arial"/>
              </a:defRPr>
            </a:lvl8pPr>
            <a:lvl9pPr>
              <a:defRPr sz="1350" b="1">
                <a:solidFill>
                  <a:srgbClr val="6D28E0"/>
                </a:solidFill>
                <a:latin typeface="Arial"/>
                <a:ea typeface="Arial"/>
                <a:cs typeface="Arial"/>
              </a:defRPr>
            </a:lvl9pPr>
          </a:lstStyle>
          <a:p xmlns:a="http://schemas.openxmlformats.org/drawingml/2006/main">
            <a:pPr>
              <a:defRPr sz="1350" b="1">
                <a:solidFill>
                  <a:srgbClr val="6D28E0"/>
                </a:solidFill>
                <a:latin typeface="Arial"/>
                <a:ea typeface="Arial"/>
                <a:cs typeface="Arial"/>
              </a:defRPr>
            </a:pPr>
            <a:r>
              <a:rPr sz="1350" b="1">
                <a:solidFill>
                  <a:srgbClr val="6D28E0"/>
                </a:solidFill>
                <a:latin typeface="Arial"/>
                <a:ea typeface="Arial"/>
                <a:cs typeface="Arial"/>
              </a:rPr>
              <a:t>CHECK / AUTHOR PAGE</a:t>
            </a:r>
          </a:p>
        </p:txBody>
      </p:sp>
      <p:sp>
        <p:nvSpPr>
          <p:cNvPr id="2" name="">
            <a:extLst xmlns:a="http://schemas.openxmlformats.org/drawingml/2006/main">
              <a:ext uri="{FF2B5EF4-FFF2-40B4-BE49-F238E27FC236}">
                <a16:creationId xmlns:a16="http://schemas.microsoft.com/office/drawing/2014/main" id="{6E8947CF-05CD-447B-86D5-CE25F9A47C0F}"/>
              </a:ext>
            </a:extLst>
          </p:cNvPr>
          <p:cNvSpPr>
            <a:spLocks xmlns:a="http://schemas.openxmlformats.org/drawingml/2006/main" noGrp="1"/>
          </p:cNvSpPr>
          <p:nvPr/>
        </p:nvSpPr>
        <p:spPr>
          <a:xfrm xmlns:a="http://schemas.openxmlformats.org/drawingml/2006/main">
            <a:off x="685800" y="10287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A1633"/>
                </a:solidFill>
                <a:latin typeface="Arial"/>
                <a:ea typeface="Arial"/>
                <a:cs typeface="Arial"/>
              </a:defRPr>
            </a:defPPr>
            <a:lvl1pPr>
              <a:defRPr sz="3600" b="1">
                <a:solidFill>
                  <a:srgbClr val="1A1633"/>
                </a:solidFill>
                <a:latin typeface="Arial"/>
                <a:ea typeface="Arial"/>
                <a:cs typeface="Arial"/>
              </a:defRPr>
            </a:lvl1pPr>
            <a:lvl2pPr>
              <a:defRPr sz="3600" b="1">
                <a:solidFill>
                  <a:srgbClr val="1A1633"/>
                </a:solidFill>
                <a:latin typeface="Arial"/>
                <a:ea typeface="Arial"/>
                <a:cs typeface="Arial"/>
              </a:defRPr>
            </a:lvl2pPr>
            <a:lvl3pPr>
              <a:defRPr sz="3600" b="1">
                <a:solidFill>
                  <a:srgbClr val="1A1633"/>
                </a:solidFill>
                <a:latin typeface="Arial"/>
                <a:ea typeface="Arial"/>
                <a:cs typeface="Arial"/>
              </a:defRPr>
            </a:lvl3pPr>
            <a:lvl4pPr>
              <a:defRPr sz="3600" b="1">
                <a:solidFill>
                  <a:srgbClr val="1A1633"/>
                </a:solidFill>
                <a:latin typeface="Arial"/>
                <a:ea typeface="Arial"/>
                <a:cs typeface="Arial"/>
              </a:defRPr>
            </a:lvl4pPr>
            <a:lvl5pPr>
              <a:defRPr sz="3600" b="1">
                <a:solidFill>
                  <a:srgbClr val="1A1633"/>
                </a:solidFill>
                <a:latin typeface="Arial"/>
                <a:ea typeface="Arial"/>
                <a:cs typeface="Arial"/>
              </a:defRPr>
            </a:lvl5pPr>
            <a:lvl6pPr>
              <a:defRPr sz="3600" b="1">
                <a:solidFill>
                  <a:srgbClr val="1A1633"/>
                </a:solidFill>
                <a:latin typeface="Arial"/>
                <a:ea typeface="Arial"/>
                <a:cs typeface="Arial"/>
              </a:defRPr>
            </a:lvl6pPr>
            <a:lvl7pPr>
              <a:defRPr sz="3600" b="1">
                <a:solidFill>
                  <a:srgbClr val="1A1633"/>
                </a:solidFill>
                <a:latin typeface="Arial"/>
                <a:ea typeface="Arial"/>
                <a:cs typeface="Arial"/>
              </a:defRPr>
            </a:lvl7pPr>
            <a:lvl8pPr>
              <a:defRPr sz="3600" b="1">
                <a:solidFill>
                  <a:srgbClr val="1A1633"/>
                </a:solidFill>
                <a:latin typeface="Arial"/>
                <a:ea typeface="Arial"/>
                <a:cs typeface="Arial"/>
              </a:defRPr>
            </a:lvl8pPr>
            <a:lvl9pPr>
              <a:defRPr sz="3600" b="1">
                <a:solidFill>
                  <a:srgbClr val="1A1633"/>
                </a:solidFill>
                <a:latin typeface="Arial"/>
                <a:ea typeface="Arial"/>
                <a:cs typeface="Arial"/>
              </a:defRPr>
            </a:lvl9pPr>
          </a:lstStyle>
          <a:p xmlns:a="http://schemas.openxmlformats.org/drawingml/2006/main">
            <a:pPr>
              <a:defRPr sz="3600" b="1">
                <a:solidFill>
                  <a:srgbClr val="1A1633"/>
                </a:solidFill>
                <a:latin typeface="Arial"/>
                <a:ea typeface="Arial"/>
                <a:cs typeface="Arial"/>
              </a:defRPr>
            </a:pPr>
            <a:r>
              <a:rPr sz="3600" b="1">
                <a:solidFill>
                  <a:srgbClr val="1A1633"/>
                </a:solidFill>
                <a:latin typeface="Arial"/>
                <a:ea typeface="Arial"/>
                <a:cs typeface="Arial"/>
              </a:rPr>
              <a:t>Native delivery handoff</a:t>
            </a:r>
          </a:p>
        </p:txBody>
      </p:sp>
      <p:sp>
        <p:nvSpPr>
          <p:cNvPr id="3" name="">
            <a:extLst xmlns:a="http://schemas.openxmlformats.org/drawingml/2006/main">
              <a:ext uri="{FF2B5EF4-FFF2-40B4-BE49-F238E27FC236}">
                <a16:creationId xmlns:a16="http://schemas.microsoft.com/office/drawing/2014/main" id="{5F26B765-1437-4DB8-A386-066635F2E88B}"/>
              </a:ext>
            </a:extLst>
          </p:cNvPr>
          <p:cNvSpPr>
            <a:spLocks xmlns:a="http://schemas.openxmlformats.org/drawingml/2006/main" noGrp="1"/>
          </p:cNvSpPr>
          <p:nvPr/>
        </p:nvSpPr>
        <p:spPr>
          <a:xfrm xmlns:a="http://schemas.openxmlformats.org/drawingml/2006/main">
            <a:off x="685800" y="6362700"/>
            <a:ext cx="9906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5470"/>
                </a:solidFill>
                <a:latin typeface="Arial"/>
                <a:ea typeface="Arial"/>
                <a:cs typeface="Arial"/>
              </a:defRPr>
            </a:defPPr>
            <a:lvl1pPr>
              <a:defRPr sz="1200" b="0">
                <a:solidFill>
                  <a:srgbClr val="5B5470"/>
                </a:solidFill>
                <a:latin typeface="Arial"/>
                <a:ea typeface="Arial"/>
                <a:cs typeface="Arial"/>
              </a:defRPr>
            </a:lvl1pPr>
            <a:lvl2pPr>
              <a:defRPr sz="1200" b="0">
                <a:solidFill>
                  <a:srgbClr val="5B5470"/>
                </a:solidFill>
                <a:latin typeface="Arial"/>
                <a:ea typeface="Arial"/>
                <a:cs typeface="Arial"/>
              </a:defRPr>
            </a:lvl2pPr>
            <a:lvl3pPr>
              <a:defRPr sz="1200" b="0">
                <a:solidFill>
                  <a:srgbClr val="5B5470"/>
                </a:solidFill>
                <a:latin typeface="Arial"/>
                <a:ea typeface="Arial"/>
                <a:cs typeface="Arial"/>
              </a:defRPr>
            </a:lvl3pPr>
            <a:lvl4pPr>
              <a:defRPr sz="1200" b="0">
                <a:solidFill>
                  <a:srgbClr val="5B5470"/>
                </a:solidFill>
                <a:latin typeface="Arial"/>
                <a:ea typeface="Arial"/>
                <a:cs typeface="Arial"/>
              </a:defRPr>
            </a:lvl4pPr>
            <a:lvl5pPr>
              <a:defRPr sz="1200" b="0">
                <a:solidFill>
                  <a:srgbClr val="5B5470"/>
                </a:solidFill>
                <a:latin typeface="Arial"/>
                <a:ea typeface="Arial"/>
                <a:cs typeface="Arial"/>
              </a:defRPr>
            </a:lvl5pPr>
            <a:lvl6pPr>
              <a:defRPr sz="1200" b="0">
                <a:solidFill>
                  <a:srgbClr val="5B5470"/>
                </a:solidFill>
                <a:latin typeface="Arial"/>
                <a:ea typeface="Arial"/>
                <a:cs typeface="Arial"/>
              </a:defRPr>
            </a:lvl6pPr>
            <a:lvl7pPr>
              <a:defRPr sz="1200" b="0">
                <a:solidFill>
                  <a:srgbClr val="5B5470"/>
                </a:solidFill>
                <a:latin typeface="Arial"/>
                <a:ea typeface="Arial"/>
                <a:cs typeface="Arial"/>
              </a:defRPr>
            </a:lvl7pPr>
            <a:lvl8pPr>
              <a:defRPr sz="1200" b="0">
                <a:solidFill>
                  <a:srgbClr val="5B5470"/>
                </a:solidFill>
                <a:latin typeface="Arial"/>
                <a:ea typeface="Arial"/>
                <a:cs typeface="Arial"/>
              </a:defRPr>
            </a:lvl8pPr>
            <a:lvl9pPr>
              <a:defRPr sz="1200" b="0">
                <a:solidFill>
                  <a:srgbClr val="5B5470"/>
                </a:solidFill>
                <a:latin typeface="Arial"/>
                <a:ea typeface="Arial"/>
                <a:cs typeface="Arial"/>
              </a:defRPr>
            </a:lvl9pPr>
          </a:lstStyle>
          <a:p xmlns:a="http://schemas.openxmlformats.org/drawingml/2006/main">
            <a:pPr>
              <a:defRPr sz="1200" b="0">
                <a:solidFill>
                  <a:srgbClr val="5B5470"/>
                </a:solidFill>
                <a:latin typeface="Arial"/>
                <a:ea typeface="Arial"/>
                <a:cs typeface="Arial"/>
              </a:defRPr>
            </a:pPr>
            <a:r>
              <a:rPr sz="1200" b="0">
                <a:solidFill>
                  <a:srgbClr val="5B5470"/>
                </a:solidFill>
                <a:latin typeface="Arial"/>
                <a:ea typeface="Arial"/>
                <a:cs typeface="Arial"/>
              </a:rPr>
              <a:t>Motif Path  /  Content presentation template</a:t>
            </a:r>
          </a:p>
        </p:txBody>
      </p:sp>
      <p:sp>
        <p:nvSpPr>
          <p:cNvPr id="4" name="">
            <a:extLst xmlns:a="http://schemas.openxmlformats.org/drawingml/2006/main">
              <a:ext uri="{FF2B5EF4-FFF2-40B4-BE49-F238E27FC236}">
                <a16:creationId xmlns:a16="http://schemas.microsoft.com/office/drawing/2014/main" id="{66EB688F-6CA8-40CC-97E3-B8C7E4C54C71}"/>
              </a:ext>
            </a:extLst>
          </p:cNvPr>
          <p:cNvSpPr>
            <a:spLocks xmlns:a="http://schemas.openxmlformats.org/drawingml/2006/main" noGrp="1"/>
          </p:cNvSpPr>
          <p:nvPr/>
        </p:nvSpPr>
        <p:spPr>
          <a:xfrm xmlns:a="http://schemas.openxmlformats.org/drawingml/2006/main">
            <a:off x="109537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5470"/>
                </a:solidFill>
                <a:latin typeface="Arial"/>
                <a:ea typeface="Arial"/>
                <a:cs typeface="Arial"/>
              </a:defRPr>
            </a:defPPr>
            <a:lvl1pPr>
              <a:defRPr sz="1200" b="0">
                <a:solidFill>
                  <a:srgbClr val="5B5470"/>
                </a:solidFill>
                <a:latin typeface="Arial"/>
                <a:ea typeface="Arial"/>
                <a:cs typeface="Arial"/>
              </a:defRPr>
            </a:lvl1pPr>
            <a:lvl2pPr>
              <a:defRPr sz="1200" b="0">
                <a:solidFill>
                  <a:srgbClr val="5B5470"/>
                </a:solidFill>
                <a:latin typeface="Arial"/>
                <a:ea typeface="Arial"/>
                <a:cs typeface="Arial"/>
              </a:defRPr>
            </a:lvl2pPr>
            <a:lvl3pPr>
              <a:defRPr sz="1200" b="0">
                <a:solidFill>
                  <a:srgbClr val="5B5470"/>
                </a:solidFill>
                <a:latin typeface="Arial"/>
                <a:ea typeface="Arial"/>
                <a:cs typeface="Arial"/>
              </a:defRPr>
            </a:lvl3pPr>
            <a:lvl4pPr>
              <a:defRPr sz="1200" b="0">
                <a:solidFill>
                  <a:srgbClr val="5B5470"/>
                </a:solidFill>
                <a:latin typeface="Arial"/>
                <a:ea typeface="Arial"/>
                <a:cs typeface="Arial"/>
              </a:defRPr>
            </a:lvl4pPr>
            <a:lvl5pPr>
              <a:defRPr sz="1200" b="0">
                <a:solidFill>
                  <a:srgbClr val="5B5470"/>
                </a:solidFill>
                <a:latin typeface="Arial"/>
                <a:ea typeface="Arial"/>
                <a:cs typeface="Arial"/>
              </a:defRPr>
            </a:lvl5pPr>
            <a:lvl6pPr>
              <a:defRPr sz="1200" b="0">
                <a:solidFill>
                  <a:srgbClr val="5B5470"/>
                </a:solidFill>
                <a:latin typeface="Arial"/>
                <a:ea typeface="Arial"/>
                <a:cs typeface="Arial"/>
              </a:defRPr>
            </a:lvl6pPr>
            <a:lvl7pPr>
              <a:defRPr sz="1200" b="0">
                <a:solidFill>
                  <a:srgbClr val="5B5470"/>
                </a:solidFill>
                <a:latin typeface="Arial"/>
                <a:ea typeface="Arial"/>
                <a:cs typeface="Arial"/>
              </a:defRPr>
            </a:lvl7pPr>
            <a:lvl8pPr>
              <a:defRPr sz="1200" b="0">
                <a:solidFill>
                  <a:srgbClr val="5B5470"/>
                </a:solidFill>
                <a:latin typeface="Arial"/>
                <a:ea typeface="Arial"/>
                <a:cs typeface="Arial"/>
              </a:defRPr>
            </a:lvl8pPr>
            <a:lvl9pPr>
              <a:defRPr sz="1200" b="0">
                <a:solidFill>
                  <a:srgbClr val="5B5470"/>
                </a:solidFill>
                <a:latin typeface="Arial"/>
                <a:ea typeface="Arial"/>
                <a:cs typeface="Arial"/>
              </a:defRPr>
            </a:lvl9pPr>
          </a:lstStyle>
          <a:p xmlns:a="http://schemas.openxmlformats.org/drawingml/2006/main">
            <a:pPr>
              <a:defRPr sz="1200" b="0">
                <a:solidFill>
                  <a:srgbClr val="5B5470"/>
                </a:solidFill>
                <a:latin typeface="Arial"/>
                <a:ea typeface="Arial"/>
                <a:cs typeface="Arial"/>
              </a:defRPr>
            </a:pPr>
            <a:r>
              <a:rPr sz="1200" b="0">
                <a:solidFill>
                  <a:srgbClr val="5B5470"/>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E29B2530-0822-4163-9DE6-5130702E72E2}"/>
              </a:ext>
            </a:extLst>
          </p:cNvPr>
          <p:cNvSpPr>
            <a:spLocks xmlns:a="http://schemas.openxmlformats.org/drawingml/2006/main" noGrp="1"/>
          </p:cNvSpPr>
          <p:nvPr/>
        </p:nvSpPr>
        <p:spPr>
          <a:xfrm xmlns:a="http://schemas.openxmlformats.org/drawingml/2006/main">
            <a:off x="685800" y="23812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6D28E0"/>
                </a:solidFill>
                <a:latin typeface="Arial"/>
                <a:ea typeface="Arial"/>
                <a:cs typeface="Arial"/>
              </a:defRPr>
            </a:defPPr>
            <a:lvl1pPr>
              <a:defRPr sz="1575" b="1">
                <a:solidFill>
                  <a:srgbClr val="6D28E0"/>
                </a:solidFill>
                <a:latin typeface="Arial"/>
                <a:ea typeface="Arial"/>
                <a:cs typeface="Arial"/>
              </a:defRPr>
            </a:lvl1pPr>
            <a:lvl2pPr>
              <a:defRPr sz="1575" b="1">
                <a:solidFill>
                  <a:srgbClr val="6D28E0"/>
                </a:solidFill>
                <a:latin typeface="Arial"/>
                <a:ea typeface="Arial"/>
                <a:cs typeface="Arial"/>
              </a:defRPr>
            </a:lvl2pPr>
            <a:lvl3pPr>
              <a:defRPr sz="1575" b="1">
                <a:solidFill>
                  <a:srgbClr val="6D28E0"/>
                </a:solidFill>
                <a:latin typeface="Arial"/>
                <a:ea typeface="Arial"/>
                <a:cs typeface="Arial"/>
              </a:defRPr>
            </a:lvl3pPr>
            <a:lvl4pPr>
              <a:defRPr sz="1575" b="1">
                <a:solidFill>
                  <a:srgbClr val="6D28E0"/>
                </a:solidFill>
                <a:latin typeface="Arial"/>
                <a:ea typeface="Arial"/>
                <a:cs typeface="Arial"/>
              </a:defRPr>
            </a:lvl4pPr>
            <a:lvl5pPr>
              <a:defRPr sz="1575" b="1">
                <a:solidFill>
                  <a:srgbClr val="6D28E0"/>
                </a:solidFill>
                <a:latin typeface="Arial"/>
                <a:ea typeface="Arial"/>
                <a:cs typeface="Arial"/>
              </a:defRPr>
            </a:lvl5pPr>
            <a:lvl6pPr>
              <a:defRPr sz="1575" b="1">
                <a:solidFill>
                  <a:srgbClr val="6D28E0"/>
                </a:solidFill>
                <a:latin typeface="Arial"/>
                <a:ea typeface="Arial"/>
                <a:cs typeface="Arial"/>
              </a:defRPr>
            </a:lvl6pPr>
            <a:lvl7pPr>
              <a:defRPr sz="1575" b="1">
                <a:solidFill>
                  <a:srgbClr val="6D28E0"/>
                </a:solidFill>
                <a:latin typeface="Arial"/>
                <a:ea typeface="Arial"/>
                <a:cs typeface="Arial"/>
              </a:defRPr>
            </a:lvl7pPr>
            <a:lvl8pPr>
              <a:defRPr sz="1575" b="1">
                <a:solidFill>
                  <a:srgbClr val="6D28E0"/>
                </a:solidFill>
                <a:latin typeface="Arial"/>
                <a:ea typeface="Arial"/>
                <a:cs typeface="Arial"/>
              </a:defRPr>
            </a:lvl8pPr>
            <a:lvl9pPr>
              <a:defRPr sz="1575" b="1">
                <a:solidFill>
                  <a:srgbClr val="6D28E0"/>
                </a:solidFill>
                <a:latin typeface="Arial"/>
                <a:ea typeface="Arial"/>
                <a:cs typeface="Arial"/>
              </a:defRPr>
            </a:lvl9pPr>
          </a:lstStyle>
          <a:p xmlns:a="http://schemas.openxmlformats.org/drawingml/2006/main">
            <a:pPr>
              <a:defRPr sz="1575" b="1">
                <a:solidFill>
                  <a:srgbClr val="6D28E0"/>
                </a:solidFill>
                <a:latin typeface="Arial"/>
                <a:ea typeface="Arial"/>
                <a:cs typeface="Arial"/>
              </a:defRPr>
            </a:pPr>
            <a:r>
              <a:rPr sz="1575" b="1">
                <a:solidFill>
                  <a:srgbClr val="6D28E0"/>
                </a:solidFill>
                <a:latin typeface="Arial"/>
                <a:ea typeface="Arial"/>
                <a:cs typeface="Arial"/>
              </a:rPr>
              <a:t>Assets and rights</a:t>
            </a:r>
          </a:p>
        </p:txBody>
      </p:sp>
      <p:sp>
        <p:nvSpPr>
          <p:cNvPr id="6" name="">
            <a:extLst xmlns:a="http://schemas.openxmlformats.org/drawingml/2006/main">
              <a:ext uri="{FF2B5EF4-FFF2-40B4-BE49-F238E27FC236}">
                <a16:creationId xmlns:a16="http://schemas.microsoft.com/office/drawing/2014/main" id="{E58F9DBF-A71B-489D-9BA7-2465A26556EC}"/>
              </a:ext>
            </a:extLst>
          </p:cNvPr>
          <p:cNvSpPr>
            <a:spLocks xmlns:a="http://schemas.openxmlformats.org/drawingml/2006/main" noGrp="1"/>
          </p:cNvSpPr>
          <p:nvPr/>
        </p:nvSpPr>
        <p:spPr>
          <a:xfrm xmlns:a="http://schemas.openxmlformats.org/drawingml/2006/main">
            <a:off x="3124200" y="2343150"/>
            <a:ext cx="8229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A1633"/>
                </a:solidFill>
                <a:latin typeface="Arial"/>
                <a:ea typeface="Arial"/>
                <a:cs typeface="Arial"/>
              </a:defRPr>
            </a:defPPr>
            <a:lvl1pPr>
              <a:defRPr sz="1875" b="0">
                <a:solidFill>
                  <a:srgbClr val="1A1633"/>
                </a:solidFill>
                <a:latin typeface="Arial"/>
                <a:ea typeface="Arial"/>
                <a:cs typeface="Arial"/>
              </a:defRPr>
            </a:lvl1pPr>
            <a:lvl2pPr>
              <a:defRPr sz="1875" b="0">
                <a:solidFill>
                  <a:srgbClr val="1A1633"/>
                </a:solidFill>
                <a:latin typeface="Arial"/>
                <a:ea typeface="Arial"/>
                <a:cs typeface="Arial"/>
              </a:defRPr>
            </a:lvl2pPr>
            <a:lvl3pPr>
              <a:defRPr sz="1875" b="0">
                <a:solidFill>
                  <a:srgbClr val="1A1633"/>
                </a:solidFill>
                <a:latin typeface="Arial"/>
                <a:ea typeface="Arial"/>
                <a:cs typeface="Arial"/>
              </a:defRPr>
            </a:lvl3pPr>
            <a:lvl4pPr>
              <a:defRPr sz="1875" b="0">
                <a:solidFill>
                  <a:srgbClr val="1A1633"/>
                </a:solidFill>
                <a:latin typeface="Arial"/>
                <a:ea typeface="Arial"/>
                <a:cs typeface="Arial"/>
              </a:defRPr>
            </a:lvl4pPr>
            <a:lvl5pPr>
              <a:defRPr sz="1875" b="0">
                <a:solidFill>
                  <a:srgbClr val="1A1633"/>
                </a:solidFill>
                <a:latin typeface="Arial"/>
                <a:ea typeface="Arial"/>
                <a:cs typeface="Arial"/>
              </a:defRPr>
            </a:lvl5pPr>
            <a:lvl6pPr>
              <a:defRPr sz="1875" b="0">
                <a:solidFill>
                  <a:srgbClr val="1A1633"/>
                </a:solidFill>
                <a:latin typeface="Arial"/>
                <a:ea typeface="Arial"/>
                <a:cs typeface="Arial"/>
              </a:defRPr>
            </a:lvl6pPr>
            <a:lvl7pPr>
              <a:defRPr sz="1875" b="0">
                <a:solidFill>
                  <a:srgbClr val="1A1633"/>
                </a:solidFill>
                <a:latin typeface="Arial"/>
                <a:ea typeface="Arial"/>
                <a:cs typeface="Arial"/>
              </a:defRPr>
            </a:lvl7pPr>
            <a:lvl8pPr>
              <a:defRPr sz="1875" b="0">
                <a:solidFill>
                  <a:srgbClr val="1A1633"/>
                </a:solidFill>
                <a:latin typeface="Arial"/>
                <a:ea typeface="Arial"/>
                <a:cs typeface="Arial"/>
              </a:defRPr>
            </a:lvl8pPr>
            <a:lvl9pPr>
              <a:defRPr sz="1875" b="0">
                <a:solidFill>
                  <a:srgbClr val="1A1633"/>
                </a:solidFill>
                <a:latin typeface="Arial"/>
                <a:ea typeface="Arial"/>
                <a:cs typeface="Arial"/>
              </a:defRPr>
            </a:lvl9pPr>
          </a:lstStyle>
          <a:p xmlns:a="http://schemas.openxmlformats.org/drawingml/2006/main">
            <a:pPr>
              <a:defRPr sz="1875" b="0">
                <a:solidFill>
                  <a:srgbClr val="1A1633"/>
                </a:solidFill>
                <a:latin typeface="Arial"/>
                <a:ea typeface="Arial"/>
                <a:cs typeface="Arial"/>
              </a:defRPr>
            </a:pPr>
            <a:r>
              <a:rPr sz="1875" b="0">
                <a:solidFill>
                  <a:srgbClr val="1A1633"/>
                </a:solidFill>
                <a:latin typeface="Arial"/>
                <a:ea typeface="Arial"/>
                <a:cs typeface="Arial"/>
              </a:rPr>
              <a:t>[IDs / sources / licenses / accessible alternatives]</a:t>
            </a:r>
          </a:p>
        </p:txBody>
      </p:sp>
      <p:sp>
        <p:nvSpPr>
          <p:cNvPr id="7" name="">
            <a:extLst xmlns:a="http://schemas.openxmlformats.org/drawingml/2006/main">
              <a:ext uri="{FF2B5EF4-FFF2-40B4-BE49-F238E27FC236}">
                <a16:creationId xmlns:a16="http://schemas.microsoft.com/office/drawing/2014/main" id="{C10431C7-20C3-485E-9DBE-170F3C0855F9}"/>
              </a:ext>
            </a:extLst>
          </p:cNvPr>
          <p:cNvSpPr>
            <a:spLocks xmlns:a="http://schemas.openxmlformats.org/drawingml/2006/main" noGrp="1"/>
          </p:cNvSpPr>
          <p:nvPr/>
        </p:nvSpPr>
        <p:spPr>
          <a:xfrm xmlns:a="http://schemas.openxmlformats.org/drawingml/2006/main">
            <a:off x="685800" y="307657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6D28E0"/>
                </a:solidFill>
                <a:latin typeface="Arial"/>
                <a:ea typeface="Arial"/>
                <a:cs typeface="Arial"/>
              </a:defRPr>
            </a:defPPr>
            <a:lvl1pPr>
              <a:defRPr sz="1575" b="1">
                <a:solidFill>
                  <a:srgbClr val="6D28E0"/>
                </a:solidFill>
                <a:latin typeface="Arial"/>
                <a:ea typeface="Arial"/>
                <a:cs typeface="Arial"/>
              </a:defRPr>
            </a:lvl1pPr>
            <a:lvl2pPr>
              <a:defRPr sz="1575" b="1">
                <a:solidFill>
                  <a:srgbClr val="6D28E0"/>
                </a:solidFill>
                <a:latin typeface="Arial"/>
                <a:ea typeface="Arial"/>
                <a:cs typeface="Arial"/>
              </a:defRPr>
            </a:lvl2pPr>
            <a:lvl3pPr>
              <a:defRPr sz="1575" b="1">
                <a:solidFill>
                  <a:srgbClr val="6D28E0"/>
                </a:solidFill>
                <a:latin typeface="Arial"/>
                <a:ea typeface="Arial"/>
                <a:cs typeface="Arial"/>
              </a:defRPr>
            </a:lvl3pPr>
            <a:lvl4pPr>
              <a:defRPr sz="1575" b="1">
                <a:solidFill>
                  <a:srgbClr val="6D28E0"/>
                </a:solidFill>
                <a:latin typeface="Arial"/>
                <a:ea typeface="Arial"/>
                <a:cs typeface="Arial"/>
              </a:defRPr>
            </a:lvl4pPr>
            <a:lvl5pPr>
              <a:defRPr sz="1575" b="1">
                <a:solidFill>
                  <a:srgbClr val="6D28E0"/>
                </a:solidFill>
                <a:latin typeface="Arial"/>
                <a:ea typeface="Arial"/>
                <a:cs typeface="Arial"/>
              </a:defRPr>
            </a:lvl5pPr>
            <a:lvl6pPr>
              <a:defRPr sz="1575" b="1">
                <a:solidFill>
                  <a:srgbClr val="6D28E0"/>
                </a:solidFill>
                <a:latin typeface="Arial"/>
                <a:ea typeface="Arial"/>
                <a:cs typeface="Arial"/>
              </a:defRPr>
            </a:lvl6pPr>
            <a:lvl7pPr>
              <a:defRPr sz="1575" b="1">
                <a:solidFill>
                  <a:srgbClr val="6D28E0"/>
                </a:solidFill>
                <a:latin typeface="Arial"/>
                <a:ea typeface="Arial"/>
                <a:cs typeface="Arial"/>
              </a:defRPr>
            </a:lvl7pPr>
            <a:lvl8pPr>
              <a:defRPr sz="1575" b="1">
                <a:solidFill>
                  <a:srgbClr val="6D28E0"/>
                </a:solidFill>
                <a:latin typeface="Arial"/>
                <a:ea typeface="Arial"/>
                <a:cs typeface="Arial"/>
              </a:defRPr>
            </a:lvl8pPr>
            <a:lvl9pPr>
              <a:defRPr sz="1575" b="1">
                <a:solidFill>
                  <a:srgbClr val="6D28E0"/>
                </a:solidFill>
                <a:latin typeface="Arial"/>
                <a:ea typeface="Arial"/>
                <a:cs typeface="Arial"/>
              </a:defRPr>
            </a:lvl9pPr>
          </a:lstStyle>
          <a:p xmlns:a="http://schemas.openxmlformats.org/drawingml/2006/main">
            <a:pPr>
              <a:defRPr sz="1575" b="1">
                <a:solidFill>
                  <a:srgbClr val="6D28E0"/>
                </a:solidFill>
                <a:latin typeface="Arial"/>
                <a:ea typeface="Arial"/>
                <a:cs typeface="Arial"/>
              </a:defRPr>
            </a:pPr>
            <a:r>
              <a:rPr sz="1575" b="1">
                <a:solidFill>
                  <a:srgbClr val="6D28E0"/>
                </a:solidFill>
                <a:latin typeface="Arial"/>
                <a:ea typeface="Arial"/>
                <a:cs typeface="Arial"/>
              </a:rPr>
              <a:t>Interaction</a:t>
            </a:r>
          </a:p>
        </p:txBody>
      </p:sp>
      <p:sp>
        <p:nvSpPr>
          <p:cNvPr id="8" name="">
            <a:extLst xmlns:a="http://schemas.openxmlformats.org/drawingml/2006/main">
              <a:ext uri="{FF2B5EF4-FFF2-40B4-BE49-F238E27FC236}">
                <a16:creationId xmlns:a16="http://schemas.microsoft.com/office/drawing/2014/main" id="{E0410008-BE95-4BE5-A497-3F08EEED15C3}"/>
              </a:ext>
            </a:extLst>
          </p:cNvPr>
          <p:cNvSpPr>
            <a:spLocks xmlns:a="http://schemas.openxmlformats.org/drawingml/2006/main" noGrp="1"/>
          </p:cNvSpPr>
          <p:nvPr/>
        </p:nvSpPr>
        <p:spPr>
          <a:xfrm xmlns:a="http://schemas.openxmlformats.org/drawingml/2006/main">
            <a:off x="3124200" y="3038475"/>
            <a:ext cx="8229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A1633"/>
                </a:solidFill>
                <a:latin typeface="Arial"/>
                <a:ea typeface="Arial"/>
                <a:cs typeface="Arial"/>
              </a:defRPr>
            </a:defPPr>
            <a:lvl1pPr>
              <a:defRPr sz="1875" b="0">
                <a:solidFill>
                  <a:srgbClr val="1A1633"/>
                </a:solidFill>
                <a:latin typeface="Arial"/>
                <a:ea typeface="Arial"/>
                <a:cs typeface="Arial"/>
              </a:defRPr>
            </a:lvl1pPr>
            <a:lvl2pPr>
              <a:defRPr sz="1875" b="0">
                <a:solidFill>
                  <a:srgbClr val="1A1633"/>
                </a:solidFill>
                <a:latin typeface="Arial"/>
                <a:ea typeface="Arial"/>
                <a:cs typeface="Arial"/>
              </a:defRPr>
            </a:lvl2pPr>
            <a:lvl3pPr>
              <a:defRPr sz="1875" b="0">
                <a:solidFill>
                  <a:srgbClr val="1A1633"/>
                </a:solidFill>
                <a:latin typeface="Arial"/>
                <a:ea typeface="Arial"/>
                <a:cs typeface="Arial"/>
              </a:defRPr>
            </a:lvl3pPr>
            <a:lvl4pPr>
              <a:defRPr sz="1875" b="0">
                <a:solidFill>
                  <a:srgbClr val="1A1633"/>
                </a:solidFill>
                <a:latin typeface="Arial"/>
                <a:ea typeface="Arial"/>
                <a:cs typeface="Arial"/>
              </a:defRPr>
            </a:lvl4pPr>
            <a:lvl5pPr>
              <a:defRPr sz="1875" b="0">
                <a:solidFill>
                  <a:srgbClr val="1A1633"/>
                </a:solidFill>
                <a:latin typeface="Arial"/>
                <a:ea typeface="Arial"/>
                <a:cs typeface="Arial"/>
              </a:defRPr>
            </a:lvl5pPr>
            <a:lvl6pPr>
              <a:defRPr sz="1875" b="0">
                <a:solidFill>
                  <a:srgbClr val="1A1633"/>
                </a:solidFill>
                <a:latin typeface="Arial"/>
                <a:ea typeface="Arial"/>
                <a:cs typeface="Arial"/>
              </a:defRPr>
            </a:lvl6pPr>
            <a:lvl7pPr>
              <a:defRPr sz="1875" b="0">
                <a:solidFill>
                  <a:srgbClr val="1A1633"/>
                </a:solidFill>
                <a:latin typeface="Arial"/>
                <a:ea typeface="Arial"/>
                <a:cs typeface="Arial"/>
              </a:defRPr>
            </a:lvl7pPr>
            <a:lvl8pPr>
              <a:defRPr sz="1875" b="0">
                <a:solidFill>
                  <a:srgbClr val="1A1633"/>
                </a:solidFill>
                <a:latin typeface="Arial"/>
                <a:ea typeface="Arial"/>
                <a:cs typeface="Arial"/>
              </a:defRPr>
            </a:lvl8pPr>
            <a:lvl9pPr>
              <a:defRPr sz="1875" b="0">
                <a:solidFill>
                  <a:srgbClr val="1A1633"/>
                </a:solidFill>
                <a:latin typeface="Arial"/>
                <a:ea typeface="Arial"/>
                <a:cs typeface="Arial"/>
              </a:defRPr>
            </a:lvl9pPr>
          </a:lstStyle>
          <a:p xmlns:a="http://schemas.openxmlformats.org/drawingml/2006/main">
            <a:pPr>
              <a:defRPr sz="1875" b="0">
                <a:solidFill>
                  <a:srgbClr val="1A1633"/>
                </a:solidFill>
                <a:latin typeface="Arial"/>
                <a:ea typeface="Arial"/>
                <a:cs typeface="Arial"/>
              </a:defRPr>
            </a:pPr>
            <a:r>
              <a:rPr sz="1875" b="0">
                <a:solidFill>
                  <a:srgbClr val="1A1633"/>
                </a:solidFill>
                <a:latin typeface="Arial"/>
                <a:ea typeface="Arial"/>
                <a:cs typeface="Arial"/>
              </a:rPr>
              <a:t>[Native type / contract / answer / retry]</a:t>
            </a:r>
          </a:p>
        </p:txBody>
      </p:sp>
      <p:sp>
        <p:nvSpPr>
          <p:cNvPr id="9" name="">
            <a:extLst xmlns:a="http://schemas.openxmlformats.org/drawingml/2006/main">
              <a:ext uri="{FF2B5EF4-FFF2-40B4-BE49-F238E27FC236}">
                <a16:creationId xmlns:a16="http://schemas.microsoft.com/office/drawing/2014/main" id="{2A8AE597-D7CF-4841-9F8D-CB210B6F4A42}"/>
              </a:ext>
            </a:extLst>
          </p:cNvPr>
          <p:cNvSpPr>
            <a:spLocks xmlns:a="http://schemas.openxmlformats.org/drawingml/2006/main" noGrp="1"/>
          </p:cNvSpPr>
          <p:nvPr/>
        </p:nvSpPr>
        <p:spPr>
          <a:xfrm xmlns:a="http://schemas.openxmlformats.org/drawingml/2006/main">
            <a:off x="685800" y="377190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6D28E0"/>
                </a:solidFill>
                <a:latin typeface="Arial"/>
                <a:ea typeface="Arial"/>
                <a:cs typeface="Arial"/>
              </a:defRPr>
            </a:defPPr>
            <a:lvl1pPr>
              <a:defRPr sz="1575" b="1">
                <a:solidFill>
                  <a:srgbClr val="6D28E0"/>
                </a:solidFill>
                <a:latin typeface="Arial"/>
                <a:ea typeface="Arial"/>
                <a:cs typeface="Arial"/>
              </a:defRPr>
            </a:lvl1pPr>
            <a:lvl2pPr>
              <a:defRPr sz="1575" b="1">
                <a:solidFill>
                  <a:srgbClr val="6D28E0"/>
                </a:solidFill>
                <a:latin typeface="Arial"/>
                <a:ea typeface="Arial"/>
                <a:cs typeface="Arial"/>
              </a:defRPr>
            </a:lvl2pPr>
            <a:lvl3pPr>
              <a:defRPr sz="1575" b="1">
                <a:solidFill>
                  <a:srgbClr val="6D28E0"/>
                </a:solidFill>
                <a:latin typeface="Arial"/>
                <a:ea typeface="Arial"/>
                <a:cs typeface="Arial"/>
              </a:defRPr>
            </a:lvl3pPr>
            <a:lvl4pPr>
              <a:defRPr sz="1575" b="1">
                <a:solidFill>
                  <a:srgbClr val="6D28E0"/>
                </a:solidFill>
                <a:latin typeface="Arial"/>
                <a:ea typeface="Arial"/>
                <a:cs typeface="Arial"/>
              </a:defRPr>
            </a:lvl4pPr>
            <a:lvl5pPr>
              <a:defRPr sz="1575" b="1">
                <a:solidFill>
                  <a:srgbClr val="6D28E0"/>
                </a:solidFill>
                <a:latin typeface="Arial"/>
                <a:ea typeface="Arial"/>
                <a:cs typeface="Arial"/>
              </a:defRPr>
            </a:lvl5pPr>
            <a:lvl6pPr>
              <a:defRPr sz="1575" b="1">
                <a:solidFill>
                  <a:srgbClr val="6D28E0"/>
                </a:solidFill>
                <a:latin typeface="Arial"/>
                <a:ea typeface="Arial"/>
                <a:cs typeface="Arial"/>
              </a:defRPr>
            </a:lvl6pPr>
            <a:lvl7pPr>
              <a:defRPr sz="1575" b="1">
                <a:solidFill>
                  <a:srgbClr val="6D28E0"/>
                </a:solidFill>
                <a:latin typeface="Arial"/>
                <a:ea typeface="Arial"/>
                <a:cs typeface="Arial"/>
              </a:defRPr>
            </a:lvl7pPr>
            <a:lvl8pPr>
              <a:defRPr sz="1575" b="1">
                <a:solidFill>
                  <a:srgbClr val="6D28E0"/>
                </a:solidFill>
                <a:latin typeface="Arial"/>
                <a:ea typeface="Arial"/>
                <a:cs typeface="Arial"/>
              </a:defRPr>
            </a:lvl8pPr>
            <a:lvl9pPr>
              <a:defRPr sz="1575" b="1">
                <a:solidFill>
                  <a:srgbClr val="6D28E0"/>
                </a:solidFill>
                <a:latin typeface="Arial"/>
                <a:ea typeface="Arial"/>
                <a:cs typeface="Arial"/>
              </a:defRPr>
            </a:lvl9pPr>
          </a:lstStyle>
          <a:p xmlns:a="http://schemas.openxmlformats.org/drawingml/2006/main">
            <a:pPr>
              <a:defRPr sz="1575" b="1">
                <a:solidFill>
                  <a:srgbClr val="6D28E0"/>
                </a:solidFill>
                <a:latin typeface="Arial"/>
                <a:ea typeface="Arial"/>
                <a:cs typeface="Arial"/>
              </a:defRPr>
            </a:pPr>
            <a:r>
              <a:rPr sz="1575" b="1">
                <a:solidFill>
                  <a:srgbClr val="6D28E0"/>
                </a:solidFill>
                <a:latin typeface="Arial"/>
                <a:ea typeface="Arial"/>
                <a:cs typeface="Arial"/>
              </a:rPr>
              <a:t>Runtime</a:t>
            </a:r>
          </a:p>
        </p:txBody>
      </p:sp>
      <p:sp>
        <p:nvSpPr>
          <p:cNvPr id="10" name="">
            <a:extLst xmlns:a="http://schemas.openxmlformats.org/drawingml/2006/main">
              <a:ext uri="{FF2B5EF4-FFF2-40B4-BE49-F238E27FC236}">
                <a16:creationId xmlns:a16="http://schemas.microsoft.com/office/drawing/2014/main" id="{E1D7E9B6-11ED-4E8E-AFE3-ACAA665B77BC}"/>
              </a:ext>
            </a:extLst>
          </p:cNvPr>
          <p:cNvSpPr>
            <a:spLocks xmlns:a="http://schemas.openxmlformats.org/drawingml/2006/main" noGrp="1"/>
          </p:cNvSpPr>
          <p:nvPr/>
        </p:nvSpPr>
        <p:spPr>
          <a:xfrm xmlns:a="http://schemas.openxmlformats.org/drawingml/2006/main">
            <a:off x="3124200" y="3733800"/>
            <a:ext cx="8229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A1633"/>
                </a:solidFill>
                <a:latin typeface="Arial"/>
                <a:ea typeface="Arial"/>
                <a:cs typeface="Arial"/>
              </a:defRPr>
            </a:defPPr>
            <a:lvl1pPr>
              <a:defRPr sz="1875" b="0">
                <a:solidFill>
                  <a:srgbClr val="1A1633"/>
                </a:solidFill>
                <a:latin typeface="Arial"/>
                <a:ea typeface="Arial"/>
                <a:cs typeface="Arial"/>
              </a:defRPr>
            </a:lvl1pPr>
            <a:lvl2pPr>
              <a:defRPr sz="1875" b="0">
                <a:solidFill>
                  <a:srgbClr val="1A1633"/>
                </a:solidFill>
                <a:latin typeface="Arial"/>
                <a:ea typeface="Arial"/>
                <a:cs typeface="Arial"/>
              </a:defRPr>
            </a:lvl2pPr>
            <a:lvl3pPr>
              <a:defRPr sz="1875" b="0">
                <a:solidFill>
                  <a:srgbClr val="1A1633"/>
                </a:solidFill>
                <a:latin typeface="Arial"/>
                <a:ea typeface="Arial"/>
                <a:cs typeface="Arial"/>
              </a:defRPr>
            </a:lvl3pPr>
            <a:lvl4pPr>
              <a:defRPr sz="1875" b="0">
                <a:solidFill>
                  <a:srgbClr val="1A1633"/>
                </a:solidFill>
                <a:latin typeface="Arial"/>
                <a:ea typeface="Arial"/>
                <a:cs typeface="Arial"/>
              </a:defRPr>
            </a:lvl4pPr>
            <a:lvl5pPr>
              <a:defRPr sz="1875" b="0">
                <a:solidFill>
                  <a:srgbClr val="1A1633"/>
                </a:solidFill>
                <a:latin typeface="Arial"/>
                <a:ea typeface="Arial"/>
                <a:cs typeface="Arial"/>
              </a:defRPr>
            </a:lvl5pPr>
            <a:lvl6pPr>
              <a:defRPr sz="1875" b="0">
                <a:solidFill>
                  <a:srgbClr val="1A1633"/>
                </a:solidFill>
                <a:latin typeface="Arial"/>
                <a:ea typeface="Arial"/>
                <a:cs typeface="Arial"/>
              </a:defRPr>
            </a:lvl6pPr>
            <a:lvl7pPr>
              <a:defRPr sz="1875" b="0">
                <a:solidFill>
                  <a:srgbClr val="1A1633"/>
                </a:solidFill>
                <a:latin typeface="Arial"/>
                <a:ea typeface="Arial"/>
                <a:cs typeface="Arial"/>
              </a:defRPr>
            </a:lvl7pPr>
            <a:lvl8pPr>
              <a:defRPr sz="1875" b="0">
                <a:solidFill>
                  <a:srgbClr val="1A1633"/>
                </a:solidFill>
                <a:latin typeface="Arial"/>
                <a:ea typeface="Arial"/>
                <a:cs typeface="Arial"/>
              </a:defRPr>
            </a:lvl8pPr>
            <a:lvl9pPr>
              <a:defRPr sz="1875" b="0">
                <a:solidFill>
                  <a:srgbClr val="1A1633"/>
                </a:solidFill>
                <a:latin typeface="Arial"/>
                <a:ea typeface="Arial"/>
                <a:cs typeface="Arial"/>
              </a:defRPr>
            </a:lvl9pPr>
          </a:lstStyle>
          <a:p xmlns:a="http://schemas.openxmlformats.org/drawingml/2006/main">
            <a:pPr>
              <a:defRPr sz="1875" b="0">
                <a:solidFill>
                  <a:srgbClr val="1A1633"/>
                </a:solidFill>
                <a:latin typeface="Arial"/>
                <a:ea typeface="Arial"/>
                <a:cs typeface="Arial"/>
              </a:defRPr>
            </a:pPr>
            <a:r>
              <a:rPr sz="1875" b="0">
                <a:solidFill>
                  <a:srgbClr val="1A1633"/>
                </a:solidFill>
                <a:latin typeface="Arial"/>
                <a:ea typeface="Arial"/>
                <a:cs typeface="Arial"/>
              </a:rPr>
              <a:t>[Environment / verification evidence / missing support]</a:t>
            </a:r>
          </a:p>
        </p:txBody>
      </p:sp>
      <p:sp>
        <p:nvSpPr>
          <p:cNvPr id="11" name="">
            <a:extLst xmlns:a="http://schemas.openxmlformats.org/drawingml/2006/main">
              <a:ext uri="{FF2B5EF4-FFF2-40B4-BE49-F238E27FC236}">
                <a16:creationId xmlns:a16="http://schemas.microsoft.com/office/drawing/2014/main" id="{151629FC-CE1F-4578-A639-7FDC2799F549}"/>
              </a:ext>
            </a:extLst>
          </p:cNvPr>
          <p:cNvSpPr>
            <a:spLocks xmlns:a="http://schemas.openxmlformats.org/drawingml/2006/main" noGrp="1"/>
          </p:cNvSpPr>
          <p:nvPr/>
        </p:nvSpPr>
        <p:spPr>
          <a:xfrm xmlns:a="http://schemas.openxmlformats.org/drawingml/2006/main">
            <a:off x="685800" y="4467225"/>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6D28E0"/>
                </a:solidFill>
                <a:latin typeface="Arial"/>
                <a:ea typeface="Arial"/>
                <a:cs typeface="Arial"/>
              </a:defRPr>
            </a:defPPr>
            <a:lvl1pPr>
              <a:defRPr sz="1575" b="1">
                <a:solidFill>
                  <a:srgbClr val="6D28E0"/>
                </a:solidFill>
                <a:latin typeface="Arial"/>
                <a:ea typeface="Arial"/>
                <a:cs typeface="Arial"/>
              </a:defRPr>
            </a:lvl1pPr>
            <a:lvl2pPr>
              <a:defRPr sz="1575" b="1">
                <a:solidFill>
                  <a:srgbClr val="6D28E0"/>
                </a:solidFill>
                <a:latin typeface="Arial"/>
                <a:ea typeface="Arial"/>
                <a:cs typeface="Arial"/>
              </a:defRPr>
            </a:lvl2pPr>
            <a:lvl3pPr>
              <a:defRPr sz="1575" b="1">
                <a:solidFill>
                  <a:srgbClr val="6D28E0"/>
                </a:solidFill>
                <a:latin typeface="Arial"/>
                <a:ea typeface="Arial"/>
                <a:cs typeface="Arial"/>
              </a:defRPr>
            </a:lvl3pPr>
            <a:lvl4pPr>
              <a:defRPr sz="1575" b="1">
                <a:solidFill>
                  <a:srgbClr val="6D28E0"/>
                </a:solidFill>
                <a:latin typeface="Arial"/>
                <a:ea typeface="Arial"/>
                <a:cs typeface="Arial"/>
              </a:defRPr>
            </a:lvl4pPr>
            <a:lvl5pPr>
              <a:defRPr sz="1575" b="1">
                <a:solidFill>
                  <a:srgbClr val="6D28E0"/>
                </a:solidFill>
                <a:latin typeface="Arial"/>
                <a:ea typeface="Arial"/>
                <a:cs typeface="Arial"/>
              </a:defRPr>
            </a:lvl5pPr>
            <a:lvl6pPr>
              <a:defRPr sz="1575" b="1">
                <a:solidFill>
                  <a:srgbClr val="6D28E0"/>
                </a:solidFill>
                <a:latin typeface="Arial"/>
                <a:ea typeface="Arial"/>
                <a:cs typeface="Arial"/>
              </a:defRPr>
            </a:lvl6pPr>
            <a:lvl7pPr>
              <a:defRPr sz="1575" b="1">
                <a:solidFill>
                  <a:srgbClr val="6D28E0"/>
                </a:solidFill>
                <a:latin typeface="Arial"/>
                <a:ea typeface="Arial"/>
                <a:cs typeface="Arial"/>
              </a:defRPr>
            </a:lvl7pPr>
            <a:lvl8pPr>
              <a:defRPr sz="1575" b="1">
                <a:solidFill>
                  <a:srgbClr val="6D28E0"/>
                </a:solidFill>
                <a:latin typeface="Arial"/>
                <a:ea typeface="Arial"/>
                <a:cs typeface="Arial"/>
              </a:defRPr>
            </a:lvl8pPr>
            <a:lvl9pPr>
              <a:defRPr sz="1575" b="1">
                <a:solidFill>
                  <a:srgbClr val="6D28E0"/>
                </a:solidFill>
                <a:latin typeface="Arial"/>
                <a:ea typeface="Arial"/>
                <a:cs typeface="Arial"/>
              </a:defRPr>
            </a:lvl9pPr>
          </a:lstStyle>
          <a:p xmlns:a="http://schemas.openxmlformats.org/drawingml/2006/main">
            <a:pPr>
              <a:defRPr sz="1575" b="1">
                <a:solidFill>
                  <a:srgbClr val="6D28E0"/>
                </a:solidFill>
                <a:latin typeface="Arial"/>
                <a:ea typeface="Arial"/>
                <a:cs typeface="Arial"/>
              </a:defRPr>
            </a:pPr>
            <a:r>
              <a:rPr sz="1575" b="1">
                <a:solidFill>
                  <a:srgbClr val="6D28E0"/>
                </a:solidFill>
                <a:latin typeface="Arial"/>
                <a:ea typeface="Arial"/>
                <a:cs typeface="Arial"/>
              </a:rPr>
              <a:t>Editorial review</a:t>
            </a:r>
          </a:p>
        </p:txBody>
      </p:sp>
      <p:sp>
        <p:nvSpPr>
          <p:cNvPr id="12" name="">
            <a:extLst xmlns:a="http://schemas.openxmlformats.org/drawingml/2006/main">
              <a:ext uri="{FF2B5EF4-FFF2-40B4-BE49-F238E27FC236}">
                <a16:creationId xmlns:a16="http://schemas.microsoft.com/office/drawing/2014/main" id="{BAD99E95-9412-44F4-B1A4-5E305B63D99D}"/>
              </a:ext>
            </a:extLst>
          </p:cNvPr>
          <p:cNvSpPr>
            <a:spLocks xmlns:a="http://schemas.openxmlformats.org/drawingml/2006/main" noGrp="1"/>
          </p:cNvSpPr>
          <p:nvPr/>
        </p:nvSpPr>
        <p:spPr>
          <a:xfrm xmlns:a="http://schemas.openxmlformats.org/drawingml/2006/main">
            <a:off x="3124200" y="4429125"/>
            <a:ext cx="8229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A1633"/>
                </a:solidFill>
                <a:latin typeface="Arial"/>
                <a:ea typeface="Arial"/>
                <a:cs typeface="Arial"/>
              </a:defRPr>
            </a:defPPr>
            <a:lvl1pPr>
              <a:defRPr sz="1875" b="0">
                <a:solidFill>
                  <a:srgbClr val="1A1633"/>
                </a:solidFill>
                <a:latin typeface="Arial"/>
                <a:ea typeface="Arial"/>
                <a:cs typeface="Arial"/>
              </a:defRPr>
            </a:lvl1pPr>
            <a:lvl2pPr>
              <a:defRPr sz="1875" b="0">
                <a:solidFill>
                  <a:srgbClr val="1A1633"/>
                </a:solidFill>
                <a:latin typeface="Arial"/>
                <a:ea typeface="Arial"/>
                <a:cs typeface="Arial"/>
              </a:defRPr>
            </a:lvl2pPr>
            <a:lvl3pPr>
              <a:defRPr sz="1875" b="0">
                <a:solidFill>
                  <a:srgbClr val="1A1633"/>
                </a:solidFill>
                <a:latin typeface="Arial"/>
                <a:ea typeface="Arial"/>
                <a:cs typeface="Arial"/>
              </a:defRPr>
            </a:lvl3pPr>
            <a:lvl4pPr>
              <a:defRPr sz="1875" b="0">
                <a:solidFill>
                  <a:srgbClr val="1A1633"/>
                </a:solidFill>
                <a:latin typeface="Arial"/>
                <a:ea typeface="Arial"/>
                <a:cs typeface="Arial"/>
              </a:defRPr>
            </a:lvl4pPr>
            <a:lvl5pPr>
              <a:defRPr sz="1875" b="0">
                <a:solidFill>
                  <a:srgbClr val="1A1633"/>
                </a:solidFill>
                <a:latin typeface="Arial"/>
                <a:ea typeface="Arial"/>
                <a:cs typeface="Arial"/>
              </a:defRPr>
            </a:lvl5pPr>
            <a:lvl6pPr>
              <a:defRPr sz="1875" b="0">
                <a:solidFill>
                  <a:srgbClr val="1A1633"/>
                </a:solidFill>
                <a:latin typeface="Arial"/>
                <a:ea typeface="Arial"/>
                <a:cs typeface="Arial"/>
              </a:defRPr>
            </a:lvl6pPr>
            <a:lvl7pPr>
              <a:defRPr sz="1875" b="0">
                <a:solidFill>
                  <a:srgbClr val="1A1633"/>
                </a:solidFill>
                <a:latin typeface="Arial"/>
                <a:ea typeface="Arial"/>
                <a:cs typeface="Arial"/>
              </a:defRPr>
            </a:lvl7pPr>
            <a:lvl8pPr>
              <a:defRPr sz="1875" b="0">
                <a:solidFill>
                  <a:srgbClr val="1A1633"/>
                </a:solidFill>
                <a:latin typeface="Arial"/>
                <a:ea typeface="Arial"/>
                <a:cs typeface="Arial"/>
              </a:defRPr>
            </a:lvl8pPr>
            <a:lvl9pPr>
              <a:defRPr sz="1875" b="0">
                <a:solidFill>
                  <a:srgbClr val="1A1633"/>
                </a:solidFill>
                <a:latin typeface="Arial"/>
                <a:ea typeface="Arial"/>
                <a:cs typeface="Arial"/>
              </a:defRPr>
            </a:lvl9pPr>
          </a:lstStyle>
          <a:p xmlns:a="http://schemas.openxmlformats.org/drawingml/2006/main">
            <a:pPr>
              <a:defRPr sz="1875" b="0">
                <a:solidFill>
                  <a:srgbClr val="1A1633"/>
                </a:solidFill>
                <a:latin typeface="Arial"/>
                <a:ea typeface="Arial"/>
                <a:cs typeface="Arial"/>
              </a:defRPr>
            </a:pPr>
            <a:r>
              <a:rPr sz="1875" b="0">
                <a:solidFill>
                  <a:srgbClr val="1A1633"/>
                </a:solidFill>
                <a:latin typeface="Arial"/>
                <a:ea typeface="Arial"/>
                <a:cs typeface="Arial"/>
              </a:rPr>
              <a:t>[Music / locale / classification / references]</a:t>
            </a:r>
          </a:p>
        </p:txBody>
      </p:sp>
      <p:sp>
        <p:nvSpPr>
          <p:cNvPr id="13" name="">
            <a:extLst xmlns:a="http://schemas.openxmlformats.org/drawingml/2006/main">
              <a:ext uri="{FF2B5EF4-FFF2-40B4-BE49-F238E27FC236}">
                <a16:creationId xmlns:a16="http://schemas.microsoft.com/office/drawing/2014/main" id="{1F10B830-A260-4918-B1B5-35C0B3CF3E50}"/>
              </a:ext>
            </a:extLst>
          </p:cNvPr>
          <p:cNvSpPr>
            <a:spLocks xmlns:a="http://schemas.openxmlformats.org/drawingml/2006/main" noGrp="1"/>
          </p:cNvSpPr>
          <p:nvPr/>
        </p:nvSpPr>
        <p:spPr>
          <a:xfrm xmlns:a="http://schemas.openxmlformats.org/drawingml/2006/main">
            <a:off x="685800" y="5162550"/>
            <a:ext cx="2238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1">
                <a:solidFill>
                  <a:srgbClr val="6D28E0"/>
                </a:solidFill>
                <a:latin typeface="Arial"/>
                <a:ea typeface="Arial"/>
                <a:cs typeface="Arial"/>
              </a:defRPr>
            </a:defPPr>
            <a:lvl1pPr>
              <a:defRPr sz="1575" b="1">
                <a:solidFill>
                  <a:srgbClr val="6D28E0"/>
                </a:solidFill>
                <a:latin typeface="Arial"/>
                <a:ea typeface="Arial"/>
                <a:cs typeface="Arial"/>
              </a:defRPr>
            </a:lvl1pPr>
            <a:lvl2pPr>
              <a:defRPr sz="1575" b="1">
                <a:solidFill>
                  <a:srgbClr val="6D28E0"/>
                </a:solidFill>
                <a:latin typeface="Arial"/>
                <a:ea typeface="Arial"/>
                <a:cs typeface="Arial"/>
              </a:defRPr>
            </a:lvl2pPr>
            <a:lvl3pPr>
              <a:defRPr sz="1575" b="1">
                <a:solidFill>
                  <a:srgbClr val="6D28E0"/>
                </a:solidFill>
                <a:latin typeface="Arial"/>
                <a:ea typeface="Arial"/>
                <a:cs typeface="Arial"/>
              </a:defRPr>
            </a:lvl3pPr>
            <a:lvl4pPr>
              <a:defRPr sz="1575" b="1">
                <a:solidFill>
                  <a:srgbClr val="6D28E0"/>
                </a:solidFill>
                <a:latin typeface="Arial"/>
                <a:ea typeface="Arial"/>
                <a:cs typeface="Arial"/>
              </a:defRPr>
            </a:lvl4pPr>
            <a:lvl5pPr>
              <a:defRPr sz="1575" b="1">
                <a:solidFill>
                  <a:srgbClr val="6D28E0"/>
                </a:solidFill>
                <a:latin typeface="Arial"/>
                <a:ea typeface="Arial"/>
                <a:cs typeface="Arial"/>
              </a:defRPr>
            </a:lvl5pPr>
            <a:lvl6pPr>
              <a:defRPr sz="1575" b="1">
                <a:solidFill>
                  <a:srgbClr val="6D28E0"/>
                </a:solidFill>
                <a:latin typeface="Arial"/>
                <a:ea typeface="Arial"/>
                <a:cs typeface="Arial"/>
              </a:defRPr>
            </a:lvl6pPr>
            <a:lvl7pPr>
              <a:defRPr sz="1575" b="1">
                <a:solidFill>
                  <a:srgbClr val="6D28E0"/>
                </a:solidFill>
                <a:latin typeface="Arial"/>
                <a:ea typeface="Arial"/>
                <a:cs typeface="Arial"/>
              </a:defRPr>
            </a:lvl7pPr>
            <a:lvl8pPr>
              <a:defRPr sz="1575" b="1">
                <a:solidFill>
                  <a:srgbClr val="6D28E0"/>
                </a:solidFill>
                <a:latin typeface="Arial"/>
                <a:ea typeface="Arial"/>
                <a:cs typeface="Arial"/>
              </a:defRPr>
            </a:lvl8pPr>
            <a:lvl9pPr>
              <a:defRPr sz="1575" b="1">
                <a:solidFill>
                  <a:srgbClr val="6D28E0"/>
                </a:solidFill>
                <a:latin typeface="Arial"/>
                <a:ea typeface="Arial"/>
                <a:cs typeface="Arial"/>
              </a:defRPr>
            </a:lvl9pPr>
          </a:lstStyle>
          <a:p xmlns:a="http://schemas.openxmlformats.org/drawingml/2006/main">
            <a:pPr>
              <a:defRPr sz="1575" b="1">
                <a:solidFill>
                  <a:srgbClr val="6D28E0"/>
                </a:solidFill>
                <a:latin typeface="Arial"/>
                <a:ea typeface="Arial"/>
                <a:cs typeface="Arial"/>
              </a:defRPr>
            </a:pPr>
            <a:r>
              <a:rPr sz="1575" b="1">
                <a:solidFill>
                  <a:srgbClr val="6D28E0"/>
                </a:solidFill>
                <a:latin typeface="Arial"/>
                <a:ea typeface="Arial"/>
                <a:cs typeface="Arial"/>
              </a:rPr>
              <a:t>Delivery decision</a:t>
            </a:r>
          </a:p>
        </p:txBody>
      </p:sp>
      <p:sp>
        <p:nvSpPr>
          <p:cNvPr id="14" name="">
            <a:extLst xmlns:a="http://schemas.openxmlformats.org/drawingml/2006/main">
              <a:ext uri="{FF2B5EF4-FFF2-40B4-BE49-F238E27FC236}">
                <a16:creationId xmlns:a16="http://schemas.microsoft.com/office/drawing/2014/main" id="{B4ECE2BE-CBA0-473D-BBFF-150062FA093C}"/>
              </a:ext>
            </a:extLst>
          </p:cNvPr>
          <p:cNvSpPr>
            <a:spLocks xmlns:a="http://schemas.openxmlformats.org/drawingml/2006/main" noGrp="1"/>
          </p:cNvSpPr>
          <p:nvPr/>
        </p:nvSpPr>
        <p:spPr>
          <a:xfrm xmlns:a="http://schemas.openxmlformats.org/drawingml/2006/main">
            <a:off x="3124200" y="5124450"/>
            <a:ext cx="8229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A1633"/>
                </a:solidFill>
                <a:latin typeface="Arial"/>
                <a:ea typeface="Arial"/>
                <a:cs typeface="Arial"/>
              </a:defRPr>
            </a:defPPr>
            <a:lvl1pPr>
              <a:defRPr sz="1875" b="0">
                <a:solidFill>
                  <a:srgbClr val="1A1633"/>
                </a:solidFill>
                <a:latin typeface="Arial"/>
                <a:ea typeface="Arial"/>
                <a:cs typeface="Arial"/>
              </a:defRPr>
            </a:lvl1pPr>
            <a:lvl2pPr>
              <a:defRPr sz="1875" b="0">
                <a:solidFill>
                  <a:srgbClr val="1A1633"/>
                </a:solidFill>
                <a:latin typeface="Arial"/>
                <a:ea typeface="Arial"/>
                <a:cs typeface="Arial"/>
              </a:defRPr>
            </a:lvl2pPr>
            <a:lvl3pPr>
              <a:defRPr sz="1875" b="0">
                <a:solidFill>
                  <a:srgbClr val="1A1633"/>
                </a:solidFill>
                <a:latin typeface="Arial"/>
                <a:ea typeface="Arial"/>
                <a:cs typeface="Arial"/>
              </a:defRPr>
            </a:lvl3pPr>
            <a:lvl4pPr>
              <a:defRPr sz="1875" b="0">
                <a:solidFill>
                  <a:srgbClr val="1A1633"/>
                </a:solidFill>
                <a:latin typeface="Arial"/>
                <a:ea typeface="Arial"/>
                <a:cs typeface="Arial"/>
              </a:defRPr>
            </a:lvl4pPr>
            <a:lvl5pPr>
              <a:defRPr sz="1875" b="0">
                <a:solidFill>
                  <a:srgbClr val="1A1633"/>
                </a:solidFill>
                <a:latin typeface="Arial"/>
                <a:ea typeface="Arial"/>
                <a:cs typeface="Arial"/>
              </a:defRPr>
            </a:lvl5pPr>
            <a:lvl6pPr>
              <a:defRPr sz="1875" b="0">
                <a:solidFill>
                  <a:srgbClr val="1A1633"/>
                </a:solidFill>
                <a:latin typeface="Arial"/>
                <a:ea typeface="Arial"/>
                <a:cs typeface="Arial"/>
              </a:defRPr>
            </a:lvl6pPr>
            <a:lvl7pPr>
              <a:defRPr sz="1875" b="0">
                <a:solidFill>
                  <a:srgbClr val="1A1633"/>
                </a:solidFill>
                <a:latin typeface="Arial"/>
                <a:ea typeface="Arial"/>
                <a:cs typeface="Arial"/>
              </a:defRPr>
            </a:lvl7pPr>
            <a:lvl8pPr>
              <a:defRPr sz="1875" b="0">
                <a:solidFill>
                  <a:srgbClr val="1A1633"/>
                </a:solidFill>
                <a:latin typeface="Arial"/>
                <a:ea typeface="Arial"/>
                <a:cs typeface="Arial"/>
              </a:defRPr>
            </a:lvl8pPr>
            <a:lvl9pPr>
              <a:defRPr sz="1875" b="0">
                <a:solidFill>
                  <a:srgbClr val="1A1633"/>
                </a:solidFill>
                <a:latin typeface="Arial"/>
                <a:ea typeface="Arial"/>
                <a:cs typeface="Arial"/>
              </a:defRPr>
            </a:lvl9pPr>
          </a:lstStyle>
          <a:p xmlns:a="http://schemas.openxmlformats.org/drawingml/2006/main">
            <a:pPr>
              <a:defRPr sz="1875" b="0">
                <a:solidFill>
                  <a:srgbClr val="1A1633"/>
                </a:solidFill>
                <a:latin typeface="Arial"/>
                <a:ea typeface="Arial"/>
                <a:cs typeface="Arial"/>
              </a:defRPr>
            </a:pPr>
            <a:r>
              <a:rPr sz="1875" b="0">
                <a:solidFill>
                  <a:srgbClr val="1A1633"/>
                </a:solidFill>
                <a:latin typeface="Arial"/>
                <a:ea typeface="Arial"/>
                <a:cs typeface="Arial"/>
              </a:rPr>
              <a:t>[Ready / revise / blocked]   [Release approval]</a:t>
            </a:r>
          </a:p>
        </p:txBody>
      </p:sp>
    </p:spTree>
    <p:extLst>
      <p:ext uri="{BB962C8B-B14F-4D97-AF65-F5344CB8AC3E}">
        <p14:creationId xmlns:p14="http://schemas.microsoft.com/office/powerpoint/2010/main" val="1077039487"/>
      </p:ext>
    </p:extLst>
  </p:cSld>
</p:sld>
</file>

<file path=ppt/slides/slide10.xml><?xml version="1.0" encoding="utf-8"?>
<p:sld xmlns:p="http://schemas.openxmlformats.org/presentationml/2006/main">
  <p:cSld>
    <p:bg>
      <p:bgPr>
        <a:solidFill xmlns:a="http://schemas.openxmlformats.org/drawingml/2006/main">
          <a:srgbClr val="FBFA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2244B0E-4CDA-4C17-997D-DCBC84121376}"/>
              </a:ext>
            </a:extLst>
          </p:cNvPr>
          <p:cNvSpPr>
            <a:spLocks xmlns:a="http://schemas.openxmlformats.org/drawingml/2006/main" noGrp="1"/>
          </p:cNvSpPr>
          <p:nvPr/>
        </p:nvSpPr>
        <p:spPr>
          <a:xfrm xmlns:a="http://schemas.openxmlformats.org/drawingml/2006/main">
            <a:off x="685800" y="38100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6D28E0"/>
                </a:solidFill>
                <a:latin typeface="Arial"/>
                <a:ea typeface="Arial"/>
                <a:cs typeface="Arial"/>
              </a:defRPr>
            </a:defPPr>
            <a:lvl1pPr>
              <a:defRPr sz="1350" b="1">
                <a:solidFill>
                  <a:srgbClr val="6D28E0"/>
                </a:solidFill>
                <a:latin typeface="Arial"/>
                <a:ea typeface="Arial"/>
                <a:cs typeface="Arial"/>
              </a:defRPr>
            </a:lvl1pPr>
            <a:lvl2pPr>
              <a:defRPr sz="1350" b="1">
                <a:solidFill>
                  <a:srgbClr val="6D28E0"/>
                </a:solidFill>
                <a:latin typeface="Arial"/>
                <a:ea typeface="Arial"/>
                <a:cs typeface="Arial"/>
              </a:defRPr>
            </a:lvl2pPr>
            <a:lvl3pPr>
              <a:defRPr sz="1350" b="1">
                <a:solidFill>
                  <a:srgbClr val="6D28E0"/>
                </a:solidFill>
                <a:latin typeface="Arial"/>
                <a:ea typeface="Arial"/>
                <a:cs typeface="Arial"/>
              </a:defRPr>
            </a:lvl3pPr>
            <a:lvl4pPr>
              <a:defRPr sz="1350" b="1">
                <a:solidFill>
                  <a:srgbClr val="6D28E0"/>
                </a:solidFill>
                <a:latin typeface="Arial"/>
                <a:ea typeface="Arial"/>
                <a:cs typeface="Arial"/>
              </a:defRPr>
            </a:lvl4pPr>
            <a:lvl5pPr>
              <a:defRPr sz="1350" b="1">
                <a:solidFill>
                  <a:srgbClr val="6D28E0"/>
                </a:solidFill>
                <a:latin typeface="Arial"/>
                <a:ea typeface="Arial"/>
                <a:cs typeface="Arial"/>
              </a:defRPr>
            </a:lvl5pPr>
            <a:lvl6pPr>
              <a:defRPr sz="1350" b="1">
                <a:solidFill>
                  <a:srgbClr val="6D28E0"/>
                </a:solidFill>
                <a:latin typeface="Arial"/>
                <a:ea typeface="Arial"/>
                <a:cs typeface="Arial"/>
              </a:defRPr>
            </a:lvl6pPr>
            <a:lvl7pPr>
              <a:defRPr sz="1350" b="1">
                <a:solidFill>
                  <a:srgbClr val="6D28E0"/>
                </a:solidFill>
                <a:latin typeface="Arial"/>
                <a:ea typeface="Arial"/>
                <a:cs typeface="Arial"/>
              </a:defRPr>
            </a:lvl7pPr>
            <a:lvl8pPr>
              <a:defRPr sz="1350" b="1">
                <a:solidFill>
                  <a:srgbClr val="6D28E0"/>
                </a:solidFill>
                <a:latin typeface="Arial"/>
                <a:ea typeface="Arial"/>
                <a:cs typeface="Arial"/>
              </a:defRPr>
            </a:lvl8pPr>
            <a:lvl9pPr>
              <a:defRPr sz="1350" b="1">
                <a:solidFill>
                  <a:srgbClr val="6D28E0"/>
                </a:solidFill>
                <a:latin typeface="Arial"/>
                <a:ea typeface="Arial"/>
                <a:cs typeface="Arial"/>
              </a:defRPr>
            </a:lvl9pPr>
          </a:lstStyle>
          <a:p xmlns:a="http://schemas.openxmlformats.org/drawingml/2006/main">
            <a:pPr>
              <a:defRPr sz="1350" b="1">
                <a:solidFill>
                  <a:srgbClr val="6D28E0"/>
                </a:solidFill>
                <a:latin typeface="Arial"/>
                <a:ea typeface="Arial"/>
                <a:cs typeface="Arial"/>
              </a:defRPr>
            </a:pPr>
            <a:r>
              <a:rPr sz="1350" b="1">
                <a:solidFill>
                  <a:srgbClr val="6D28E0"/>
                </a:solidFill>
                <a:latin typeface="Arial"/>
                <a:ea typeface="Arial"/>
                <a:cs typeface="Arial"/>
              </a:rPr>
              <a:t>ACT / AUTHOR PAGE</a:t>
            </a:r>
          </a:p>
        </p:txBody>
      </p:sp>
      <p:sp>
        <p:nvSpPr>
          <p:cNvPr id="2" name="">
            <a:extLst xmlns:a="http://schemas.openxmlformats.org/drawingml/2006/main">
              <a:ext uri="{FF2B5EF4-FFF2-40B4-BE49-F238E27FC236}">
                <a16:creationId xmlns:a16="http://schemas.microsoft.com/office/drawing/2014/main" id="{D2DDB1CB-EB2E-4C01-B37B-2C4FCC2174A3}"/>
              </a:ext>
            </a:extLst>
          </p:cNvPr>
          <p:cNvSpPr>
            <a:spLocks xmlns:a="http://schemas.openxmlformats.org/drawingml/2006/main" noGrp="1"/>
          </p:cNvSpPr>
          <p:nvPr/>
        </p:nvSpPr>
        <p:spPr>
          <a:xfrm xmlns:a="http://schemas.openxmlformats.org/drawingml/2006/main">
            <a:off x="685800" y="10287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A1633"/>
                </a:solidFill>
                <a:latin typeface="Arial"/>
                <a:ea typeface="Arial"/>
                <a:cs typeface="Arial"/>
              </a:defRPr>
            </a:defPPr>
            <a:lvl1pPr>
              <a:defRPr sz="3600" b="1">
                <a:solidFill>
                  <a:srgbClr val="1A1633"/>
                </a:solidFill>
                <a:latin typeface="Arial"/>
                <a:ea typeface="Arial"/>
                <a:cs typeface="Arial"/>
              </a:defRPr>
            </a:lvl1pPr>
            <a:lvl2pPr>
              <a:defRPr sz="3600" b="1">
                <a:solidFill>
                  <a:srgbClr val="1A1633"/>
                </a:solidFill>
                <a:latin typeface="Arial"/>
                <a:ea typeface="Arial"/>
                <a:cs typeface="Arial"/>
              </a:defRPr>
            </a:lvl2pPr>
            <a:lvl3pPr>
              <a:defRPr sz="3600" b="1">
                <a:solidFill>
                  <a:srgbClr val="1A1633"/>
                </a:solidFill>
                <a:latin typeface="Arial"/>
                <a:ea typeface="Arial"/>
                <a:cs typeface="Arial"/>
              </a:defRPr>
            </a:lvl3pPr>
            <a:lvl4pPr>
              <a:defRPr sz="3600" b="1">
                <a:solidFill>
                  <a:srgbClr val="1A1633"/>
                </a:solidFill>
                <a:latin typeface="Arial"/>
                <a:ea typeface="Arial"/>
                <a:cs typeface="Arial"/>
              </a:defRPr>
            </a:lvl4pPr>
            <a:lvl5pPr>
              <a:defRPr sz="3600" b="1">
                <a:solidFill>
                  <a:srgbClr val="1A1633"/>
                </a:solidFill>
                <a:latin typeface="Arial"/>
                <a:ea typeface="Arial"/>
                <a:cs typeface="Arial"/>
              </a:defRPr>
            </a:lvl5pPr>
            <a:lvl6pPr>
              <a:defRPr sz="3600" b="1">
                <a:solidFill>
                  <a:srgbClr val="1A1633"/>
                </a:solidFill>
                <a:latin typeface="Arial"/>
                <a:ea typeface="Arial"/>
                <a:cs typeface="Arial"/>
              </a:defRPr>
            </a:lvl6pPr>
            <a:lvl7pPr>
              <a:defRPr sz="3600" b="1">
                <a:solidFill>
                  <a:srgbClr val="1A1633"/>
                </a:solidFill>
                <a:latin typeface="Arial"/>
                <a:ea typeface="Arial"/>
                <a:cs typeface="Arial"/>
              </a:defRPr>
            </a:lvl7pPr>
            <a:lvl8pPr>
              <a:defRPr sz="3600" b="1">
                <a:solidFill>
                  <a:srgbClr val="1A1633"/>
                </a:solidFill>
                <a:latin typeface="Arial"/>
                <a:ea typeface="Arial"/>
                <a:cs typeface="Arial"/>
              </a:defRPr>
            </a:lvl8pPr>
            <a:lvl9pPr>
              <a:defRPr sz="3600" b="1">
                <a:solidFill>
                  <a:srgbClr val="1A1633"/>
                </a:solidFill>
                <a:latin typeface="Arial"/>
                <a:ea typeface="Arial"/>
                <a:cs typeface="Arial"/>
              </a:defRPr>
            </a:lvl9pPr>
          </a:lstStyle>
          <a:p xmlns:a="http://schemas.openxmlformats.org/drawingml/2006/main">
            <a:pPr>
              <a:defRPr sz="3600" b="1">
                <a:solidFill>
                  <a:srgbClr val="1A1633"/>
                </a:solidFill>
                <a:latin typeface="Arial"/>
                <a:ea typeface="Arial"/>
                <a:cs typeface="Arial"/>
              </a:defRPr>
            </a:pPr>
            <a:r>
              <a:rPr sz="3600" b="1">
                <a:solidFill>
                  <a:srgbClr val="1A1633"/>
                </a:solidFill>
                <a:latin typeface="Arial"/>
                <a:ea typeface="Arial"/>
                <a:cs typeface="Arial"/>
              </a:rPr>
              <a:t>Cycle decision and next revision</a:t>
            </a:r>
          </a:p>
        </p:txBody>
      </p:sp>
      <p:sp>
        <p:nvSpPr>
          <p:cNvPr id="3" name="">
            <a:extLst xmlns:a="http://schemas.openxmlformats.org/drawingml/2006/main">
              <a:ext uri="{FF2B5EF4-FFF2-40B4-BE49-F238E27FC236}">
                <a16:creationId xmlns:a16="http://schemas.microsoft.com/office/drawing/2014/main" id="{4E17BBA5-B9E0-4EA6-B9C8-2E55AAA649ED}"/>
              </a:ext>
            </a:extLst>
          </p:cNvPr>
          <p:cNvSpPr>
            <a:spLocks xmlns:a="http://schemas.openxmlformats.org/drawingml/2006/main" noGrp="1"/>
          </p:cNvSpPr>
          <p:nvPr/>
        </p:nvSpPr>
        <p:spPr>
          <a:xfrm xmlns:a="http://schemas.openxmlformats.org/drawingml/2006/main">
            <a:off x="685800" y="6362700"/>
            <a:ext cx="9906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5470"/>
                </a:solidFill>
                <a:latin typeface="Arial"/>
                <a:ea typeface="Arial"/>
                <a:cs typeface="Arial"/>
              </a:defRPr>
            </a:defPPr>
            <a:lvl1pPr>
              <a:defRPr sz="1200" b="0">
                <a:solidFill>
                  <a:srgbClr val="5B5470"/>
                </a:solidFill>
                <a:latin typeface="Arial"/>
                <a:ea typeface="Arial"/>
                <a:cs typeface="Arial"/>
              </a:defRPr>
            </a:lvl1pPr>
            <a:lvl2pPr>
              <a:defRPr sz="1200" b="0">
                <a:solidFill>
                  <a:srgbClr val="5B5470"/>
                </a:solidFill>
                <a:latin typeface="Arial"/>
                <a:ea typeface="Arial"/>
                <a:cs typeface="Arial"/>
              </a:defRPr>
            </a:lvl2pPr>
            <a:lvl3pPr>
              <a:defRPr sz="1200" b="0">
                <a:solidFill>
                  <a:srgbClr val="5B5470"/>
                </a:solidFill>
                <a:latin typeface="Arial"/>
                <a:ea typeface="Arial"/>
                <a:cs typeface="Arial"/>
              </a:defRPr>
            </a:lvl3pPr>
            <a:lvl4pPr>
              <a:defRPr sz="1200" b="0">
                <a:solidFill>
                  <a:srgbClr val="5B5470"/>
                </a:solidFill>
                <a:latin typeface="Arial"/>
                <a:ea typeface="Arial"/>
                <a:cs typeface="Arial"/>
              </a:defRPr>
            </a:lvl4pPr>
            <a:lvl5pPr>
              <a:defRPr sz="1200" b="0">
                <a:solidFill>
                  <a:srgbClr val="5B5470"/>
                </a:solidFill>
                <a:latin typeface="Arial"/>
                <a:ea typeface="Arial"/>
                <a:cs typeface="Arial"/>
              </a:defRPr>
            </a:lvl5pPr>
            <a:lvl6pPr>
              <a:defRPr sz="1200" b="0">
                <a:solidFill>
                  <a:srgbClr val="5B5470"/>
                </a:solidFill>
                <a:latin typeface="Arial"/>
                <a:ea typeface="Arial"/>
                <a:cs typeface="Arial"/>
              </a:defRPr>
            </a:lvl6pPr>
            <a:lvl7pPr>
              <a:defRPr sz="1200" b="0">
                <a:solidFill>
                  <a:srgbClr val="5B5470"/>
                </a:solidFill>
                <a:latin typeface="Arial"/>
                <a:ea typeface="Arial"/>
                <a:cs typeface="Arial"/>
              </a:defRPr>
            </a:lvl7pPr>
            <a:lvl8pPr>
              <a:defRPr sz="1200" b="0">
                <a:solidFill>
                  <a:srgbClr val="5B5470"/>
                </a:solidFill>
                <a:latin typeface="Arial"/>
                <a:ea typeface="Arial"/>
                <a:cs typeface="Arial"/>
              </a:defRPr>
            </a:lvl8pPr>
            <a:lvl9pPr>
              <a:defRPr sz="1200" b="0">
                <a:solidFill>
                  <a:srgbClr val="5B5470"/>
                </a:solidFill>
                <a:latin typeface="Arial"/>
                <a:ea typeface="Arial"/>
                <a:cs typeface="Arial"/>
              </a:defRPr>
            </a:lvl9pPr>
          </a:lstStyle>
          <a:p xmlns:a="http://schemas.openxmlformats.org/drawingml/2006/main">
            <a:pPr>
              <a:defRPr sz="1200" b="0">
                <a:solidFill>
                  <a:srgbClr val="5B5470"/>
                </a:solidFill>
                <a:latin typeface="Arial"/>
                <a:ea typeface="Arial"/>
                <a:cs typeface="Arial"/>
              </a:defRPr>
            </a:pPr>
            <a:r>
              <a:rPr sz="1200" b="0">
                <a:solidFill>
                  <a:srgbClr val="5B5470"/>
                </a:solidFill>
                <a:latin typeface="Arial"/>
                <a:ea typeface="Arial"/>
                <a:cs typeface="Arial"/>
              </a:rPr>
              <a:t>Motif Path  /  Content presentation template</a:t>
            </a:r>
          </a:p>
        </p:txBody>
      </p:sp>
      <p:sp>
        <p:nvSpPr>
          <p:cNvPr id="4" name="">
            <a:extLst xmlns:a="http://schemas.openxmlformats.org/drawingml/2006/main">
              <a:ext uri="{FF2B5EF4-FFF2-40B4-BE49-F238E27FC236}">
                <a16:creationId xmlns:a16="http://schemas.microsoft.com/office/drawing/2014/main" id="{541E3F9C-8C8E-4B14-906E-21CD397C2A3F}"/>
              </a:ext>
            </a:extLst>
          </p:cNvPr>
          <p:cNvSpPr>
            <a:spLocks xmlns:a="http://schemas.openxmlformats.org/drawingml/2006/main" noGrp="1"/>
          </p:cNvSpPr>
          <p:nvPr/>
        </p:nvSpPr>
        <p:spPr>
          <a:xfrm xmlns:a="http://schemas.openxmlformats.org/drawingml/2006/main">
            <a:off x="10953750" y="63627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5470"/>
                </a:solidFill>
                <a:latin typeface="Arial"/>
                <a:ea typeface="Arial"/>
                <a:cs typeface="Arial"/>
              </a:defRPr>
            </a:defPPr>
            <a:lvl1pPr>
              <a:defRPr sz="1200" b="0">
                <a:solidFill>
                  <a:srgbClr val="5B5470"/>
                </a:solidFill>
                <a:latin typeface="Arial"/>
                <a:ea typeface="Arial"/>
                <a:cs typeface="Arial"/>
              </a:defRPr>
            </a:lvl1pPr>
            <a:lvl2pPr>
              <a:defRPr sz="1200" b="0">
                <a:solidFill>
                  <a:srgbClr val="5B5470"/>
                </a:solidFill>
                <a:latin typeface="Arial"/>
                <a:ea typeface="Arial"/>
                <a:cs typeface="Arial"/>
              </a:defRPr>
            </a:lvl2pPr>
            <a:lvl3pPr>
              <a:defRPr sz="1200" b="0">
                <a:solidFill>
                  <a:srgbClr val="5B5470"/>
                </a:solidFill>
                <a:latin typeface="Arial"/>
                <a:ea typeface="Arial"/>
                <a:cs typeface="Arial"/>
              </a:defRPr>
            </a:lvl3pPr>
            <a:lvl4pPr>
              <a:defRPr sz="1200" b="0">
                <a:solidFill>
                  <a:srgbClr val="5B5470"/>
                </a:solidFill>
                <a:latin typeface="Arial"/>
                <a:ea typeface="Arial"/>
                <a:cs typeface="Arial"/>
              </a:defRPr>
            </a:lvl4pPr>
            <a:lvl5pPr>
              <a:defRPr sz="1200" b="0">
                <a:solidFill>
                  <a:srgbClr val="5B5470"/>
                </a:solidFill>
                <a:latin typeface="Arial"/>
                <a:ea typeface="Arial"/>
                <a:cs typeface="Arial"/>
              </a:defRPr>
            </a:lvl5pPr>
            <a:lvl6pPr>
              <a:defRPr sz="1200" b="0">
                <a:solidFill>
                  <a:srgbClr val="5B5470"/>
                </a:solidFill>
                <a:latin typeface="Arial"/>
                <a:ea typeface="Arial"/>
                <a:cs typeface="Arial"/>
              </a:defRPr>
            </a:lvl6pPr>
            <a:lvl7pPr>
              <a:defRPr sz="1200" b="0">
                <a:solidFill>
                  <a:srgbClr val="5B5470"/>
                </a:solidFill>
                <a:latin typeface="Arial"/>
                <a:ea typeface="Arial"/>
                <a:cs typeface="Arial"/>
              </a:defRPr>
            </a:lvl7pPr>
            <a:lvl8pPr>
              <a:defRPr sz="1200" b="0">
                <a:solidFill>
                  <a:srgbClr val="5B5470"/>
                </a:solidFill>
                <a:latin typeface="Arial"/>
                <a:ea typeface="Arial"/>
                <a:cs typeface="Arial"/>
              </a:defRPr>
            </a:lvl8pPr>
            <a:lvl9pPr>
              <a:defRPr sz="1200" b="0">
                <a:solidFill>
                  <a:srgbClr val="5B5470"/>
                </a:solidFill>
                <a:latin typeface="Arial"/>
                <a:ea typeface="Arial"/>
                <a:cs typeface="Arial"/>
              </a:defRPr>
            </a:lvl9pPr>
          </a:lstStyle>
          <a:p xmlns:a="http://schemas.openxmlformats.org/drawingml/2006/main">
            <a:pPr>
              <a:defRPr sz="1200" b="0">
                <a:solidFill>
                  <a:srgbClr val="5B5470"/>
                </a:solidFill>
                <a:latin typeface="Arial"/>
                <a:ea typeface="Arial"/>
                <a:cs typeface="Arial"/>
              </a:defRPr>
            </a:pPr>
            <a:r>
              <a:rPr sz="1200" b="0">
                <a:solidFill>
                  <a:srgbClr val="5B5470"/>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F87B8C6C-9946-471A-89AE-958D53346AF3}"/>
              </a:ext>
            </a:extLst>
          </p:cNvPr>
          <p:cNvSpPr>
            <a:spLocks xmlns:a="http://schemas.openxmlformats.org/drawingml/2006/main" noGrp="1"/>
          </p:cNvSpPr>
          <p:nvPr/>
        </p:nvSpPr>
        <p:spPr>
          <a:xfrm xmlns:a="http://schemas.openxmlformats.org/drawingml/2006/main">
            <a:off x="685800" y="2381250"/>
            <a:ext cx="2143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6D28E0"/>
                </a:solidFill>
                <a:latin typeface="Arial"/>
                <a:ea typeface="Arial"/>
                <a:cs typeface="Arial"/>
              </a:defRPr>
            </a:defPPr>
            <a:lvl1pPr>
              <a:defRPr sz="1650" b="1">
                <a:solidFill>
                  <a:srgbClr val="6D28E0"/>
                </a:solidFill>
                <a:latin typeface="Arial"/>
                <a:ea typeface="Arial"/>
                <a:cs typeface="Arial"/>
              </a:defRPr>
            </a:lvl1pPr>
            <a:lvl2pPr>
              <a:defRPr sz="1650" b="1">
                <a:solidFill>
                  <a:srgbClr val="6D28E0"/>
                </a:solidFill>
                <a:latin typeface="Arial"/>
                <a:ea typeface="Arial"/>
                <a:cs typeface="Arial"/>
              </a:defRPr>
            </a:lvl2pPr>
            <a:lvl3pPr>
              <a:defRPr sz="1650" b="1">
                <a:solidFill>
                  <a:srgbClr val="6D28E0"/>
                </a:solidFill>
                <a:latin typeface="Arial"/>
                <a:ea typeface="Arial"/>
                <a:cs typeface="Arial"/>
              </a:defRPr>
            </a:lvl3pPr>
            <a:lvl4pPr>
              <a:defRPr sz="1650" b="1">
                <a:solidFill>
                  <a:srgbClr val="6D28E0"/>
                </a:solidFill>
                <a:latin typeface="Arial"/>
                <a:ea typeface="Arial"/>
                <a:cs typeface="Arial"/>
              </a:defRPr>
            </a:lvl4pPr>
            <a:lvl5pPr>
              <a:defRPr sz="1650" b="1">
                <a:solidFill>
                  <a:srgbClr val="6D28E0"/>
                </a:solidFill>
                <a:latin typeface="Arial"/>
                <a:ea typeface="Arial"/>
                <a:cs typeface="Arial"/>
              </a:defRPr>
            </a:lvl5pPr>
            <a:lvl6pPr>
              <a:defRPr sz="1650" b="1">
                <a:solidFill>
                  <a:srgbClr val="6D28E0"/>
                </a:solidFill>
                <a:latin typeface="Arial"/>
                <a:ea typeface="Arial"/>
                <a:cs typeface="Arial"/>
              </a:defRPr>
            </a:lvl6pPr>
            <a:lvl7pPr>
              <a:defRPr sz="1650" b="1">
                <a:solidFill>
                  <a:srgbClr val="6D28E0"/>
                </a:solidFill>
                <a:latin typeface="Arial"/>
                <a:ea typeface="Arial"/>
                <a:cs typeface="Arial"/>
              </a:defRPr>
            </a:lvl7pPr>
            <a:lvl8pPr>
              <a:defRPr sz="1650" b="1">
                <a:solidFill>
                  <a:srgbClr val="6D28E0"/>
                </a:solidFill>
                <a:latin typeface="Arial"/>
                <a:ea typeface="Arial"/>
                <a:cs typeface="Arial"/>
              </a:defRPr>
            </a:lvl8pPr>
            <a:lvl9pPr>
              <a:defRPr sz="1650" b="1">
                <a:solidFill>
                  <a:srgbClr val="6D28E0"/>
                </a:solidFill>
                <a:latin typeface="Arial"/>
                <a:ea typeface="Arial"/>
                <a:cs typeface="Arial"/>
              </a:defRPr>
            </a:lvl9pPr>
          </a:lstStyle>
          <a:p xmlns:a="http://schemas.openxmlformats.org/drawingml/2006/main">
            <a:pPr>
              <a:defRPr sz="1650" b="1">
                <a:solidFill>
                  <a:srgbClr val="6D28E0"/>
                </a:solidFill>
                <a:latin typeface="Arial"/>
                <a:ea typeface="Arial"/>
                <a:cs typeface="Arial"/>
              </a:defRPr>
            </a:pPr>
            <a:r>
              <a:rPr sz="1650" b="1">
                <a:solidFill>
                  <a:srgbClr val="6D28E0"/>
                </a:solidFill>
                <a:latin typeface="Arial"/>
                <a:ea typeface="Arial"/>
                <a:cs typeface="Arial"/>
              </a:rPr>
              <a:t>Evidence</a:t>
            </a:r>
          </a:p>
        </p:txBody>
      </p:sp>
      <p:sp>
        <p:nvSpPr>
          <p:cNvPr id="6" name="">
            <a:extLst xmlns:a="http://schemas.openxmlformats.org/drawingml/2006/main">
              <a:ext uri="{FF2B5EF4-FFF2-40B4-BE49-F238E27FC236}">
                <a16:creationId xmlns:a16="http://schemas.microsoft.com/office/drawing/2014/main" id="{551A0D00-BE1D-45AF-AE63-8776DF15801D}"/>
              </a:ext>
            </a:extLst>
          </p:cNvPr>
          <p:cNvSpPr>
            <a:spLocks xmlns:a="http://schemas.openxmlformats.org/drawingml/2006/main" noGrp="1"/>
          </p:cNvSpPr>
          <p:nvPr/>
        </p:nvSpPr>
        <p:spPr>
          <a:xfrm xmlns:a="http://schemas.openxmlformats.org/drawingml/2006/main">
            <a:off x="2952750" y="2343150"/>
            <a:ext cx="847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A1633"/>
                </a:solidFill>
                <a:latin typeface="Arial"/>
                <a:ea typeface="Arial"/>
                <a:cs typeface="Arial"/>
              </a:defRPr>
            </a:defPPr>
            <a:lvl1pPr>
              <a:defRPr sz="1950" b="0">
                <a:solidFill>
                  <a:srgbClr val="1A1633"/>
                </a:solidFill>
                <a:latin typeface="Arial"/>
                <a:ea typeface="Arial"/>
                <a:cs typeface="Arial"/>
              </a:defRPr>
            </a:lvl1pPr>
            <a:lvl2pPr>
              <a:defRPr sz="1950" b="0">
                <a:solidFill>
                  <a:srgbClr val="1A1633"/>
                </a:solidFill>
                <a:latin typeface="Arial"/>
                <a:ea typeface="Arial"/>
                <a:cs typeface="Arial"/>
              </a:defRPr>
            </a:lvl2pPr>
            <a:lvl3pPr>
              <a:defRPr sz="1950" b="0">
                <a:solidFill>
                  <a:srgbClr val="1A1633"/>
                </a:solidFill>
                <a:latin typeface="Arial"/>
                <a:ea typeface="Arial"/>
                <a:cs typeface="Arial"/>
              </a:defRPr>
            </a:lvl3pPr>
            <a:lvl4pPr>
              <a:defRPr sz="1950" b="0">
                <a:solidFill>
                  <a:srgbClr val="1A1633"/>
                </a:solidFill>
                <a:latin typeface="Arial"/>
                <a:ea typeface="Arial"/>
                <a:cs typeface="Arial"/>
              </a:defRPr>
            </a:lvl4pPr>
            <a:lvl5pPr>
              <a:defRPr sz="1950" b="0">
                <a:solidFill>
                  <a:srgbClr val="1A1633"/>
                </a:solidFill>
                <a:latin typeface="Arial"/>
                <a:ea typeface="Arial"/>
                <a:cs typeface="Arial"/>
              </a:defRPr>
            </a:lvl5pPr>
            <a:lvl6pPr>
              <a:defRPr sz="1950" b="0">
                <a:solidFill>
                  <a:srgbClr val="1A1633"/>
                </a:solidFill>
                <a:latin typeface="Arial"/>
                <a:ea typeface="Arial"/>
                <a:cs typeface="Arial"/>
              </a:defRPr>
            </a:lvl6pPr>
            <a:lvl7pPr>
              <a:defRPr sz="1950" b="0">
                <a:solidFill>
                  <a:srgbClr val="1A1633"/>
                </a:solidFill>
                <a:latin typeface="Arial"/>
                <a:ea typeface="Arial"/>
                <a:cs typeface="Arial"/>
              </a:defRPr>
            </a:lvl7pPr>
            <a:lvl8pPr>
              <a:defRPr sz="1950" b="0">
                <a:solidFill>
                  <a:srgbClr val="1A1633"/>
                </a:solidFill>
                <a:latin typeface="Arial"/>
                <a:ea typeface="Arial"/>
                <a:cs typeface="Arial"/>
              </a:defRPr>
            </a:lvl8pPr>
            <a:lvl9pPr>
              <a:defRPr sz="1950" b="0">
                <a:solidFill>
                  <a:srgbClr val="1A1633"/>
                </a:solidFill>
                <a:latin typeface="Arial"/>
                <a:ea typeface="Arial"/>
                <a:cs typeface="Arial"/>
              </a:defRPr>
            </a:lvl9pPr>
          </a:lstStyle>
          <a:p xmlns:a="http://schemas.openxmlformats.org/drawingml/2006/main">
            <a:pPr>
              <a:defRPr sz="1950" b="0">
                <a:solidFill>
                  <a:srgbClr val="1A1633"/>
                </a:solidFill>
                <a:latin typeface="Arial"/>
                <a:ea typeface="Arial"/>
                <a:cs typeface="Arial"/>
              </a:defRPr>
            </a:pPr>
            <a:r>
              <a:rPr sz="1950" b="0">
                <a:solidFill>
                  <a:srgbClr val="1A1633"/>
                </a:solidFill>
                <a:latin typeface="Arial"/>
                <a:ea typeface="Arial"/>
                <a:cs typeface="Arial"/>
              </a:rPr>
              <a:t>[Observations]   [Baseline or unknown]</a:t>
            </a:r>
          </a:p>
        </p:txBody>
      </p:sp>
      <p:sp>
        <p:nvSpPr>
          <p:cNvPr id="7" name="">
            <a:extLst xmlns:a="http://schemas.openxmlformats.org/drawingml/2006/main">
              <a:ext uri="{FF2B5EF4-FFF2-40B4-BE49-F238E27FC236}">
                <a16:creationId xmlns:a16="http://schemas.microsoft.com/office/drawing/2014/main" id="{19DF9ACF-A744-4A3C-9656-2A175632FA50}"/>
              </a:ext>
            </a:extLst>
          </p:cNvPr>
          <p:cNvSpPr>
            <a:spLocks xmlns:a="http://schemas.openxmlformats.org/drawingml/2006/main" noGrp="1"/>
          </p:cNvSpPr>
          <p:nvPr/>
        </p:nvSpPr>
        <p:spPr>
          <a:xfrm xmlns:a="http://schemas.openxmlformats.org/drawingml/2006/main">
            <a:off x="685800" y="3076575"/>
            <a:ext cx="2143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6D28E0"/>
                </a:solidFill>
                <a:latin typeface="Arial"/>
                <a:ea typeface="Arial"/>
                <a:cs typeface="Arial"/>
              </a:defRPr>
            </a:defPPr>
            <a:lvl1pPr>
              <a:defRPr sz="1650" b="1">
                <a:solidFill>
                  <a:srgbClr val="6D28E0"/>
                </a:solidFill>
                <a:latin typeface="Arial"/>
                <a:ea typeface="Arial"/>
                <a:cs typeface="Arial"/>
              </a:defRPr>
            </a:lvl1pPr>
            <a:lvl2pPr>
              <a:defRPr sz="1650" b="1">
                <a:solidFill>
                  <a:srgbClr val="6D28E0"/>
                </a:solidFill>
                <a:latin typeface="Arial"/>
                <a:ea typeface="Arial"/>
                <a:cs typeface="Arial"/>
              </a:defRPr>
            </a:lvl2pPr>
            <a:lvl3pPr>
              <a:defRPr sz="1650" b="1">
                <a:solidFill>
                  <a:srgbClr val="6D28E0"/>
                </a:solidFill>
                <a:latin typeface="Arial"/>
                <a:ea typeface="Arial"/>
                <a:cs typeface="Arial"/>
              </a:defRPr>
            </a:lvl3pPr>
            <a:lvl4pPr>
              <a:defRPr sz="1650" b="1">
                <a:solidFill>
                  <a:srgbClr val="6D28E0"/>
                </a:solidFill>
                <a:latin typeface="Arial"/>
                <a:ea typeface="Arial"/>
                <a:cs typeface="Arial"/>
              </a:defRPr>
            </a:lvl4pPr>
            <a:lvl5pPr>
              <a:defRPr sz="1650" b="1">
                <a:solidFill>
                  <a:srgbClr val="6D28E0"/>
                </a:solidFill>
                <a:latin typeface="Arial"/>
                <a:ea typeface="Arial"/>
                <a:cs typeface="Arial"/>
              </a:defRPr>
            </a:lvl5pPr>
            <a:lvl6pPr>
              <a:defRPr sz="1650" b="1">
                <a:solidFill>
                  <a:srgbClr val="6D28E0"/>
                </a:solidFill>
                <a:latin typeface="Arial"/>
                <a:ea typeface="Arial"/>
                <a:cs typeface="Arial"/>
              </a:defRPr>
            </a:lvl6pPr>
            <a:lvl7pPr>
              <a:defRPr sz="1650" b="1">
                <a:solidFill>
                  <a:srgbClr val="6D28E0"/>
                </a:solidFill>
                <a:latin typeface="Arial"/>
                <a:ea typeface="Arial"/>
                <a:cs typeface="Arial"/>
              </a:defRPr>
            </a:lvl7pPr>
            <a:lvl8pPr>
              <a:defRPr sz="1650" b="1">
                <a:solidFill>
                  <a:srgbClr val="6D28E0"/>
                </a:solidFill>
                <a:latin typeface="Arial"/>
                <a:ea typeface="Arial"/>
                <a:cs typeface="Arial"/>
              </a:defRPr>
            </a:lvl8pPr>
            <a:lvl9pPr>
              <a:defRPr sz="1650" b="1">
                <a:solidFill>
                  <a:srgbClr val="6D28E0"/>
                </a:solidFill>
                <a:latin typeface="Arial"/>
                <a:ea typeface="Arial"/>
                <a:cs typeface="Arial"/>
              </a:defRPr>
            </a:lvl9pPr>
          </a:lstStyle>
          <a:p xmlns:a="http://schemas.openxmlformats.org/drawingml/2006/main">
            <a:pPr>
              <a:defRPr sz="1650" b="1">
                <a:solidFill>
                  <a:srgbClr val="6D28E0"/>
                </a:solidFill>
                <a:latin typeface="Arial"/>
                <a:ea typeface="Arial"/>
                <a:cs typeface="Arial"/>
              </a:defRPr>
            </a:pPr>
            <a:r>
              <a:rPr sz="1650" b="1">
                <a:solidFill>
                  <a:srgbClr val="6D28E0"/>
                </a:solidFill>
                <a:latin typeface="Arial"/>
                <a:ea typeface="Arial"/>
                <a:cs typeface="Arial"/>
              </a:rPr>
              <a:t>Findings</a:t>
            </a:r>
          </a:p>
        </p:txBody>
      </p:sp>
      <p:sp>
        <p:nvSpPr>
          <p:cNvPr id="8" name="">
            <a:extLst xmlns:a="http://schemas.openxmlformats.org/drawingml/2006/main">
              <a:ext uri="{FF2B5EF4-FFF2-40B4-BE49-F238E27FC236}">
                <a16:creationId xmlns:a16="http://schemas.microsoft.com/office/drawing/2014/main" id="{EFDA47DF-0C91-45CD-9149-066DD017F230}"/>
              </a:ext>
            </a:extLst>
          </p:cNvPr>
          <p:cNvSpPr>
            <a:spLocks xmlns:a="http://schemas.openxmlformats.org/drawingml/2006/main" noGrp="1"/>
          </p:cNvSpPr>
          <p:nvPr/>
        </p:nvSpPr>
        <p:spPr>
          <a:xfrm xmlns:a="http://schemas.openxmlformats.org/drawingml/2006/main">
            <a:off x="2952750" y="3038475"/>
            <a:ext cx="847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A1633"/>
                </a:solidFill>
                <a:latin typeface="Arial"/>
                <a:ea typeface="Arial"/>
                <a:cs typeface="Arial"/>
              </a:defRPr>
            </a:defPPr>
            <a:lvl1pPr>
              <a:defRPr sz="1950" b="0">
                <a:solidFill>
                  <a:srgbClr val="1A1633"/>
                </a:solidFill>
                <a:latin typeface="Arial"/>
                <a:ea typeface="Arial"/>
                <a:cs typeface="Arial"/>
              </a:defRPr>
            </a:lvl1pPr>
            <a:lvl2pPr>
              <a:defRPr sz="1950" b="0">
                <a:solidFill>
                  <a:srgbClr val="1A1633"/>
                </a:solidFill>
                <a:latin typeface="Arial"/>
                <a:ea typeface="Arial"/>
                <a:cs typeface="Arial"/>
              </a:defRPr>
            </a:lvl2pPr>
            <a:lvl3pPr>
              <a:defRPr sz="1950" b="0">
                <a:solidFill>
                  <a:srgbClr val="1A1633"/>
                </a:solidFill>
                <a:latin typeface="Arial"/>
                <a:ea typeface="Arial"/>
                <a:cs typeface="Arial"/>
              </a:defRPr>
            </a:lvl3pPr>
            <a:lvl4pPr>
              <a:defRPr sz="1950" b="0">
                <a:solidFill>
                  <a:srgbClr val="1A1633"/>
                </a:solidFill>
                <a:latin typeface="Arial"/>
                <a:ea typeface="Arial"/>
                <a:cs typeface="Arial"/>
              </a:defRPr>
            </a:lvl4pPr>
            <a:lvl5pPr>
              <a:defRPr sz="1950" b="0">
                <a:solidFill>
                  <a:srgbClr val="1A1633"/>
                </a:solidFill>
                <a:latin typeface="Arial"/>
                <a:ea typeface="Arial"/>
                <a:cs typeface="Arial"/>
              </a:defRPr>
            </a:lvl5pPr>
            <a:lvl6pPr>
              <a:defRPr sz="1950" b="0">
                <a:solidFill>
                  <a:srgbClr val="1A1633"/>
                </a:solidFill>
                <a:latin typeface="Arial"/>
                <a:ea typeface="Arial"/>
                <a:cs typeface="Arial"/>
              </a:defRPr>
            </a:lvl6pPr>
            <a:lvl7pPr>
              <a:defRPr sz="1950" b="0">
                <a:solidFill>
                  <a:srgbClr val="1A1633"/>
                </a:solidFill>
                <a:latin typeface="Arial"/>
                <a:ea typeface="Arial"/>
                <a:cs typeface="Arial"/>
              </a:defRPr>
            </a:lvl7pPr>
            <a:lvl8pPr>
              <a:defRPr sz="1950" b="0">
                <a:solidFill>
                  <a:srgbClr val="1A1633"/>
                </a:solidFill>
                <a:latin typeface="Arial"/>
                <a:ea typeface="Arial"/>
                <a:cs typeface="Arial"/>
              </a:defRPr>
            </a:lvl8pPr>
            <a:lvl9pPr>
              <a:defRPr sz="1950" b="0">
                <a:solidFill>
                  <a:srgbClr val="1A1633"/>
                </a:solidFill>
                <a:latin typeface="Arial"/>
                <a:ea typeface="Arial"/>
                <a:cs typeface="Arial"/>
              </a:defRPr>
            </a:lvl9pPr>
          </a:lstStyle>
          <a:p xmlns:a="http://schemas.openxmlformats.org/drawingml/2006/main">
            <a:pPr>
              <a:defRPr sz="1950" b="0">
                <a:solidFill>
                  <a:srgbClr val="1A1633"/>
                </a:solidFill>
                <a:latin typeface="Arial"/>
                <a:ea typeface="Arial"/>
                <a:cs typeface="Arial"/>
              </a:defRPr>
            </a:pPr>
            <a:r>
              <a:rPr sz="1950" b="0">
                <a:solidFill>
                  <a:srgbClr val="1A1633"/>
                </a:solidFill>
                <a:latin typeface="Arial"/>
                <a:ea typeface="Arial"/>
                <a:cs typeface="Arial"/>
              </a:rPr>
              <a:t>[Issue / severity / evidence / correction]</a:t>
            </a:r>
          </a:p>
        </p:txBody>
      </p:sp>
      <p:sp>
        <p:nvSpPr>
          <p:cNvPr id="9" name="">
            <a:extLst xmlns:a="http://schemas.openxmlformats.org/drawingml/2006/main">
              <a:ext uri="{FF2B5EF4-FFF2-40B4-BE49-F238E27FC236}">
                <a16:creationId xmlns:a16="http://schemas.microsoft.com/office/drawing/2014/main" id="{CD9F6705-8DF0-4E40-B459-2C945544F13C}"/>
              </a:ext>
            </a:extLst>
          </p:cNvPr>
          <p:cNvSpPr>
            <a:spLocks xmlns:a="http://schemas.openxmlformats.org/drawingml/2006/main" noGrp="1"/>
          </p:cNvSpPr>
          <p:nvPr/>
        </p:nvSpPr>
        <p:spPr>
          <a:xfrm xmlns:a="http://schemas.openxmlformats.org/drawingml/2006/main">
            <a:off x="685800" y="3771900"/>
            <a:ext cx="2143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6D28E0"/>
                </a:solidFill>
                <a:latin typeface="Arial"/>
                <a:ea typeface="Arial"/>
                <a:cs typeface="Arial"/>
              </a:defRPr>
            </a:defPPr>
            <a:lvl1pPr>
              <a:defRPr sz="1650" b="1">
                <a:solidFill>
                  <a:srgbClr val="6D28E0"/>
                </a:solidFill>
                <a:latin typeface="Arial"/>
                <a:ea typeface="Arial"/>
                <a:cs typeface="Arial"/>
              </a:defRPr>
            </a:lvl1pPr>
            <a:lvl2pPr>
              <a:defRPr sz="1650" b="1">
                <a:solidFill>
                  <a:srgbClr val="6D28E0"/>
                </a:solidFill>
                <a:latin typeface="Arial"/>
                <a:ea typeface="Arial"/>
                <a:cs typeface="Arial"/>
              </a:defRPr>
            </a:lvl2pPr>
            <a:lvl3pPr>
              <a:defRPr sz="1650" b="1">
                <a:solidFill>
                  <a:srgbClr val="6D28E0"/>
                </a:solidFill>
                <a:latin typeface="Arial"/>
                <a:ea typeface="Arial"/>
                <a:cs typeface="Arial"/>
              </a:defRPr>
            </a:lvl3pPr>
            <a:lvl4pPr>
              <a:defRPr sz="1650" b="1">
                <a:solidFill>
                  <a:srgbClr val="6D28E0"/>
                </a:solidFill>
                <a:latin typeface="Arial"/>
                <a:ea typeface="Arial"/>
                <a:cs typeface="Arial"/>
              </a:defRPr>
            </a:lvl4pPr>
            <a:lvl5pPr>
              <a:defRPr sz="1650" b="1">
                <a:solidFill>
                  <a:srgbClr val="6D28E0"/>
                </a:solidFill>
                <a:latin typeface="Arial"/>
                <a:ea typeface="Arial"/>
                <a:cs typeface="Arial"/>
              </a:defRPr>
            </a:lvl5pPr>
            <a:lvl6pPr>
              <a:defRPr sz="1650" b="1">
                <a:solidFill>
                  <a:srgbClr val="6D28E0"/>
                </a:solidFill>
                <a:latin typeface="Arial"/>
                <a:ea typeface="Arial"/>
                <a:cs typeface="Arial"/>
              </a:defRPr>
            </a:lvl6pPr>
            <a:lvl7pPr>
              <a:defRPr sz="1650" b="1">
                <a:solidFill>
                  <a:srgbClr val="6D28E0"/>
                </a:solidFill>
                <a:latin typeface="Arial"/>
                <a:ea typeface="Arial"/>
                <a:cs typeface="Arial"/>
              </a:defRPr>
            </a:lvl7pPr>
            <a:lvl8pPr>
              <a:defRPr sz="1650" b="1">
                <a:solidFill>
                  <a:srgbClr val="6D28E0"/>
                </a:solidFill>
                <a:latin typeface="Arial"/>
                <a:ea typeface="Arial"/>
                <a:cs typeface="Arial"/>
              </a:defRPr>
            </a:lvl8pPr>
            <a:lvl9pPr>
              <a:defRPr sz="1650" b="1">
                <a:solidFill>
                  <a:srgbClr val="6D28E0"/>
                </a:solidFill>
                <a:latin typeface="Arial"/>
                <a:ea typeface="Arial"/>
                <a:cs typeface="Arial"/>
              </a:defRPr>
            </a:lvl9pPr>
          </a:lstStyle>
          <a:p xmlns:a="http://schemas.openxmlformats.org/drawingml/2006/main">
            <a:pPr>
              <a:defRPr sz="1650" b="1">
                <a:solidFill>
                  <a:srgbClr val="6D28E0"/>
                </a:solidFill>
                <a:latin typeface="Arial"/>
                <a:ea typeface="Arial"/>
                <a:cs typeface="Arial"/>
              </a:defRPr>
            </a:pPr>
            <a:r>
              <a:rPr sz="1650" b="1">
                <a:solidFill>
                  <a:srgbClr val="6D28E0"/>
                </a:solidFill>
                <a:latin typeface="Arial"/>
                <a:ea typeface="Arial"/>
                <a:cs typeface="Arial"/>
              </a:rPr>
              <a:t>Decision</a:t>
            </a:r>
          </a:p>
        </p:txBody>
      </p:sp>
      <p:sp>
        <p:nvSpPr>
          <p:cNvPr id="10" name="">
            <a:extLst xmlns:a="http://schemas.openxmlformats.org/drawingml/2006/main">
              <a:ext uri="{FF2B5EF4-FFF2-40B4-BE49-F238E27FC236}">
                <a16:creationId xmlns:a16="http://schemas.microsoft.com/office/drawing/2014/main" id="{2DEEF024-3E19-434E-AA98-160CEDCF0F3B}"/>
              </a:ext>
            </a:extLst>
          </p:cNvPr>
          <p:cNvSpPr>
            <a:spLocks xmlns:a="http://schemas.openxmlformats.org/drawingml/2006/main" noGrp="1"/>
          </p:cNvSpPr>
          <p:nvPr/>
        </p:nvSpPr>
        <p:spPr>
          <a:xfrm xmlns:a="http://schemas.openxmlformats.org/drawingml/2006/main">
            <a:off x="2952750" y="3733800"/>
            <a:ext cx="847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A1633"/>
                </a:solidFill>
                <a:latin typeface="Arial"/>
                <a:ea typeface="Arial"/>
                <a:cs typeface="Arial"/>
              </a:defRPr>
            </a:defPPr>
            <a:lvl1pPr>
              <a:defRPr sz="1950" b="0">
                <a:solidFill>
                  <a:srgbClr val="1A1633"/>
                </a:solidFill>
                <a:latin typeface="Arial"/>
                <a:ea typeface="Arial"/>
                <a:cs typeface="Arial"/>
              </a:defRPr>
            </a:lvl1pPr>
            <a:lvl2pPr>
              <a:defRPr sz="1950" b="0">
                <a:solidFill>
                  <a:srgbClr val="1A1633"/>
                </a:solidFill>
                <a:latin typeface="Arial"/>
                <a:ea typeface="Arial"/>
                <a:cs typeface="Arial"/>
              </a:defRPr>
            </a:lvl2pPr>
            <a:lvl3pPr>
              <a:defRPr sz="1950" b="0">
                <a:solidFill>
                  <a:srgbClr val="1A1633"/>
                </a:solidFill>
                <a:latin typeface="Arial"/>
                <a:ea typeface="Arial"/>
                <a:cs typeface="Arial"/>
              </a:defRPr>
            </a:lvl3pPr>
            <a:lvl4pPr>
              <a:defRPr sz="1950" b="0">
                <a:solidFill>
                  <a:srgbClr val="1A1633"/>
                </a:solidFill>
                <a:latin typeface="Arial"/>
                <a:ea typeface="Arial"/>
                <a:cs typeface="Arial"/>
              </a:defRPr>
            </a:lvl4pPr>
            <a:lvl5pPr>
              <a:defRPr sz="1950" b="0">
                <a:solidFill>
                  <a:srgbClr val="1A1633"/>
                </a:solidFill>
                <a:latin typeface="Arial"/>
                <a:ea typeface="Arial"/>
                <a:cs typeface="Arial"/>
              </a:defRPr>
            </a:lvl5pPr>
            <a:lvl6pPr>
              <a:defRPr sz="1950" b="0">
                <a:solidFill>
                  <a:srgbClr val="1A1633"/>
                </a:solidFill>
                <a:latin typeface="Arial"/>
                <a:ea typeface="Arial"/>
                <a:cs typeface="Arial"/>
              </a:defRPr>
            </a:lvl6pPr>
            <a:lvl7pPr>
              <a:defRPr sz="1950" b="0">
                <a:solidFill>
                  <a:srgbClr val="1A1633"/>
                </a:solidFill>
                <a:latin typeface="Arial"/>
                <a:ea typeface="Arial"/>
                <a:cs typeface="Arial"/>
              </a:defRPr>
            </a:lvl7pPr>
            <a:lvl8pPr>
              <a:defRPr sz="1950" b="0">
                <a:solidFill>
                  <a:srgbClr val="1A1633"/>
                </a:solidFill>
                <a:latin typeface="Arial"/>
                <a:ea typeface="Arial"/>
                <a:cs typeface="Arial"/>
              </a:defRPr>
            </a:lvl8pPr>
            <a:lvl9pPr>
              <a:defRPr sz="1950" b="0">
                <a:solidFill>
                  <a:srgbClr val="1A1633"/>
                </a:solidFill>
                <a:latin typeface="Arial"/>
                <a:ea typeface="Arial"/>
                <a:cs typeface="Arial"/>
              </a:defRPr>
            </a:lvl9pPr>
          </a:lstStyle>
          <a:p xmlns:a="http://schemas.openxmlformats.org/drawingml/2006/main">
            <a:pPr>
              <a:defRPr sz="1950" b="0">
                <a:solidFill>
                  <a:srgbClr val="1A1633"/>
                </a:solidFill>
                <a:latin typeface="Arial"/>
                <a:ea typeface="Arial"/>
                <a:cs typeface="Arial"/>
              </a:defRPr>
            </a:pPr>
            <a:r>
              <a:rPr sz="1950" b="0">
                <a:solidFill>
                  <a:srgbClr val="1A1633"/>
                </a:solidFill>
                <a:latin typeface="Arial"/>
                <a:ea typeface="Arial"/>
                <a:cs typeface="Arial"/>
              </a:rPr>
              <a:t>[Revise / retain / propose release / retire]</a:t>
            </a:r>
          </a:p>
        </p:txBody>
      </p:sp>
      <p:sp>
        <p:nvSpPr>
          <p:cNvPr id="11" name="">
            <a:extLst xmlns:a="http://schemas.openxmlformats.org/drawingml/2006/main">
              <a:ext uri="{FF2B5EF4-FFF2-40B4-BE49-F238E27FC236}">
                <a16:creationId xmlns:a16="http://schemas.microsoft.com/office/drawing/2014/main" id="{0B737442-4257-458D-94CD-E3691D9887B1}"/>
              </a:ext>
            </a:extLst>
          </p:cNvPr>
          <p:cNvSpPr>
            <a:spLocks xmlns:a="http://schemas.openxmlformats.org/drawingml/2006/main" noGrp="1"/>
          </p:cNvSpPr>
          <p:nvPr/>
        </p:nvSpPr>
        <p:spPr>
          <a:xfrm xmlns:a="http://schemas.openxmlformats.org/drawingml/2006/main">
            <a:off x="685800" y="4467225"/>
            <a:ext cx="2143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6D28E0"/>
                </a:solidFill>
                <a:latin typeface="Arial"/>
                <a:ea typeface="Arial"/>
                <a:cs typeface="Arial"/>
              </a:defRPr>
            </a:defPPr>
            <a:lvl1pPr>
              <a:defRPr sz="1650" b="1">
                <a:solidFill>
                  <a:srgbClr val="6D28E0"/>
                </a:solidFill>
                <a:latin typeface="Arial"/>
                <a:ea typeface="Arial"/>
                <a:cs typeface="Arial"/>
              </a:defRPr>
            </a:lvl1pPr>
            <a:lvl2pPr>
              <a:defRPr sz="1650" b="1">
                <a:solidFill>
                  <a:srgbClr val="6D28E0"/>
                </a:solidFill>
                <a:latin typeface="Arial"/>
                <a:ea typeface="Arial"/>
                <a:cs typeface="Arial"/>
              </a:defRPr>
            </a:lvl2pPr>
            <a:lvl3pPr>
              <a:defRPr sz="1650" b="1">
                <a:solidFill>
                  <a:srgbClr val="6D28E0"/>
                </a:solidFill>
                <a:latin typeface="Arial"/>
                <a:ea typeface="Arial"/>
                <a:cs typeface="Arial"/>
              </a:defRPr>
            </a:lvl3pPr>
            <a:lvl4pPr>
              <a:defRPr sz="1650" b="1">
                <a:solidFill>
                  <a:srgbClr val="6D28E0"/>
                </a:solidFill>
                <a:latin typeface="Arial"/>
                <a:ea typeface="Arial"/>
                <a:cs typeface="Arial"/>
              </a:defRPr>
            </a:lvl4pPr>
            <a:lvl5pPr>
              <a:defRPr sz="1650" b="1">
                <a:solidFill>
                  <a:srgbClr val="6D28E0"/>
                </a:solidFill>
                <a:latin typeface="Arial"/>
                <a:ea typeface="Arial"/>
                <a:cs typeface="Arial"/>
              </a:defRPr>
            </a:lvl5pPr>
            <a:lvl6pPr>
              <a:defRPr sz="1650" b="1">
                <a:solidFill>
                  <a:srgbClr val="6D28E0"/>
                </a:solidFill>
                <a:latin typeface="Arial"/>
                <a:ea typeface="Arial"/>
                <a:cs typeface="Arial"/>
              </a:defRPr>
            </a:lvl6pPr>
            <a:lvl7pPr>
              <a:defRPr sz="1650" b="1">
                <a:solidFill>
                  <a:srgbClr val="6D28E0"/>
                </a:solidFill>
                <a:latin typeface="Arial"/>
                <a:ea typeface="Arial"/>
                <a:cs typeface="Arial"/>
              </a:defRPr>
            </a:lvl7pPr>
            <a:lvl8pPr>
              <a:defRPr sz="1650" b="1">
                <a:solidFill>
                  <a:srgbClr val="6D28E0"/>
                </a:solidFill>
                <a:latin typeface="Arial"/>
                <a:ea typeface="Arial"/>
                <a:cs typeface="Arial"/>
              </a:defRPr>
            </a:lvl8pPr>
            <a:lvl9pPr>
              <a:defRPr sz="1650" b="1">
                <a:solidFill>
                  <a:srgbClr val="6D28E0"/>
                </a:solidFill>
                <a:latin typeface="Arial"/>
                <a:ea typeface="Arial"/>
                <a:cs typeface="Arial"/>
              </a:defRPr>
            </a:lvl9pPr>
          </a:lstStyle>
          <a:p xmlns:a="http://schemas.openxmlformats.org/drawingml/2006/main">
            <a:pPr>
              <a:defRPr sz="1650" b="1">
                <a:solidFill>
                  <a:srgbClr val="6D28E0"/>
                </a:solidFill>
                <a:latin typeface="Arial"/>
                <a:ea typeface="Arial"/>
                <a:cs typeface="Arial"/>
              </a:defRPr>
            </a:pPr>
            <a:r>
              <a:rPr sz="1650" b="1">
                <a:solidFill>
                  <a:srgbClr val="6D28E0"/>
                </a:solidFill>
                <a:latin typeface="Arial"/>
                <a:ea typeface="Arial"/>
                <a:cs typeface="Arial"/>
              </a:rPr>
              <a:t>Next phase</a:t>
            </a:r>
          </a:p>
        </p:txBody>
      </p:sp>
      <p:sp>
        <p:nvSpPr>
          <p:cNvPr id="12" name="">
            <a:extLst xmlns:a="http://schemas.openxmlformats.org/drawingml/2006/main">
              <a:ext uri="{FF2B5EF4-FFF2-40B4-BE49-F238E27FC236}">
                <a16:creationId xmlns:a16="http://schemas.microsoft.com/office/drawing/2014/main" id="{D9A8EA9C-D5E1-4876-9F4F-E3AA17AA011E}"/>
              </a:ext>
            </a:extLst>
          </p:cNvPr>
          <p:cNvSpPr>
            <a:spLocks xmlns:a="http://schemas.openxmlformats.org/drawingml/2006/main" noGrp="1"/>
          </p:cNvSpPr>
          <p:nvPr/>
        </p:nvSpPr>
        <p:spPr>
          <a:xfrm xmlns:a="http://schemas.openxmlformats.org/drawingml/2006/main">
            <a:off x="2952750" y="4429125"/>
            <a:ext cx="847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A1633"/>
                </a:solidFill>
                <a:latin typeface="Arial"/>
                <a:ea typeface="Arial"/>
                <a:cs typeface="Arial"/>
              </a:defRPr>
            </a:defPPr>
            <a:lvl1pPr>
              <a:defRPr sz="1950" b="0">
                <a:solidFill>
                  <a:srgbClr val="1A1633"/>
                </a:solidFill>
                <a:latin typeface="Arial"/>
                <a:ea typeface="Arial"/>
                <a:cs typeface="Arial"/>
              </a:defRPr>
            </a:lvl1pPr>
            <a:lvl2pPr>
              <a:defRPr sz="1950" b="0">
                <a:solidFill>
                  <a:srgbClr val="1A1633"/>
                </a:solidFill>
                <a:latin typeface="Arial"/>
                <a:ea typeface="Arial"/>
                <a:cs typeface="Arial"/>
              </a:defRPr>
            </a:lvl2pPr>
            <a:lvl3pPr>
              <a:defRPr sz="1950" b="0">
                <a:solidFill>
                  <a:srgbClr val="1A1633"/>
                </a:solidFill>
                <a:latin typeface="Arial"/>
                <a:ea typeface="Arial"/>
                <a:cs typeface="Arial"/>
              </a:defRPr>
            </a:lvl3pPr>
            <a:lvl4pPr>
              <a:defRPr sz="1950" b="0">
                <a:solidFill>
                  <a:srgbClr val="1A1633"/>
                </a:solidFill>
                <a:latin typeface="Arial"/>
                <a:ea typeface="Arial"/>
                <a:cs typeface="Arial"/>
              </a:defRPr>
            </a:lvl4pPr>
            <a:lvl5pPr>
              <a:defRPr sz="1950" b="0">
                <a:solidFill>
                  <a:srgbClr val="1A1633"/>
                </a:solidFill>
                <a:latin typeface="Arial"/>
                <a:ea typeface="Arial"/>
                <a:cs typeface="Arial"/>
              </a:defRPr>
            </a:lvl5pPr>
            <a:lvl6pPr>
              <a:defRPr sz="1950" b="0">
                <a:solidFill>
                  <a:srgbClr val="1A1633"/>
                </a:solidFill>
                <a:latin typeface="Arial"/>
                <a:ea typeface="Arial"/>
                <a:cs typeface="Arial"/>
              </a:defRPr>
            </a:lvl6pPr>
            <a:lvl7pPr>
              <a:defRPr sz="1950" b="0">
                <a:solidFill>
                  <a:srgbClr val="1A1633"/>
                </a:solidFill>
                <a:latin typeface="Arial"/>
                <a:ea typeface="Arial"/>
                <a:cs typeface="Arial"/>
              </a:defRPr>
            </a:lvl7pPr>
            <a:lvl8pPr>
              <a:defRPr sz="1950" b="0">
                <a:solidFill>
                  <a:srgbClr val="1A1633"/>
                </a:solidFill>
                <a:latin typeface="Arial"/>
                <a:ea typeface="Arial"/>
                <a:cs typeface="Arial"/>
              </a:defRPr>
            </a:lvl8pPr>
            <a:lvl9pPr>
              <a:defRPr sz="1950" b="0">
                <a:solidFill>
                  <a:srgbClr val="1A1633"/>
                </a:solidFill>
                <a:latin typeface="Arial"/>
                <a:ea typeface="Arial"/>
                <a:cs typeface="Arial"/>
              </a:defRPr>
            </a:lvl9pPr>
          </a:lstStyle>
          <a:p xmlns:a="http://schemas.openxmlformats.org/drawingml/2006/main">
            <a:pPr>
              <a:defRPr sz="1950" b="0">
                <a:solidFill>
                  <a:srgbClr val="1A1633"/>
                </a:solidFill>
                <a:latin typeface="Arial"/>
                <a:ea typeface="Arial"/>
                <a:cs typeface="Arial"/>
              </a:defRPr>
            </a:pPr>
            <a:r>
              <a:rPr sz="1950" b="0">
                <a:solidFill>
                  <a:srgbClr val="1A1633"/>
                </a:solidFill>
                <a:latin typeface="Arial"/>
                <a:ea typeface="Arial"/>
                <a:cs typeface="Arial"/>
              </a:rPr>
              <a:t>[Plan / Do / Check]   [Reason]</a:t>
            </a:r>
          </a:p>
        </p:txBody>
      </p:sp>
      <p:sp>
        <p:nvSpPr>
          <p:cNvPr id="13" name="">
            <a:extLst xmlns:a="http://schemas.openxmlformats.org/drawingml/2006/main">
              <a:ext uri="{FF2B5EF4-FFF2-40B4-BE49-F238E27FC236}">
                <a16:creationId xmlns:a16="http://schemas.microsoft.com/office/drawing/2014/main" id="{35E10FD6-A3AD-4B7A-8835-6CDEBE2BA0AC}"/>
              </a:ext>
            </a:extLst>
          </p:cNvPr>
          <p:cNvSpPr>
            <a:spLocks xmlns:a="http://schemas.openxmlformats.org/drawingml/2006/main" noGrp="1"/>
          </p:cNvSpPr>
          <p:nvPr/>
        </p:nvSpPr>
        <p:spPr>
          <a:xfrm xmlns:a="http://schemas.openxmlformats.org/drawingml/2006/main">
            <a:off x="685800" y="5162550"/>
            <a:ext cx="2143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6D28E0"/>
                </a:solidFill>
                <a:latin typeface="Arial"/>
                <a:ea typeface="Arial"/>
                <a:cs typeface="Arial"/>
              </a:defRPr>
            </a:defPPr>
            <a:lvl1pPr>
              <a:defRPr sz="1650" b="1">
                <a:solidFill>
                  <a:srgbClr val="6D28E0"/>
                </a:solidFill>
                <a:latin typeface="Arial"/>
                <a:ea typeface="Arial"/>
                <a:cs typeface="Arial"/>
              </a:defRPr>
            </a:lvl1pPr>
            <a:lvl2pPr>
              <a:defRPr sz="1650" b="1">
                <a:solidFill>
                  <a:srgbClr val="6D28E0"/>
                </a:solidFill>
                <a:latin typeface="Arial"/>
                <a:ea typeface="Arial"/>
                <a:cs typeface="Arial"/>
              </a:defRPr>
            </a:lvl2pPr>
            <a:lvl3pPr>
              <a:defRPr sz="1650" b="1">
                <a:solidFill>
                  <a:srgbClr val="6D28E0"/>
                </a:solidFill>
                <a:latin typeface="Arial"/>
                <a:ea typeface="Arial"/>
                <a:cs typeface="Arial"/>
              </a:defRPr>
            </a:lvl3pPr>
            <a:lvl4pPr>
              <a:defRPr sz="1650" b="1">
                <a:solidFill>
                  <a:srgbClr val="6D28E0"/>
                </a:solidFill>
                <a:latin typeface="Arial"/>
                <a:ea typeface="Arial"/>
                <a:cs typeface="Arial"/>
              </a:defRPr>
            </a:lvl4pPr>
            <a:lvl5pPr>
              <a:defRPr sz="1650" b="1">
                <a:solidFill>
                  <a:srgbClr val="6D28E0"/>
                </a:solidFill>
                <a:latin typeface="Arial"/>
                <a:ea typeface="Arial"/>
                <a:cs typeface="Arial"/>
              </a:defRPr>
            </a:lvl5pPr>
            <a:lvl6pPr>
              <a:defRPr sz="1650" b="1">
                <a:solidFill>
                  <a:srgbClr val="6D28E0"/>
                </a:solidFill>
                <a:latin typeface="Arial"/>
                <a:ea typeface="Arial"/>
                <a:cs typeface="Arial"/>
              </a:defRPr>
            </a:lvl6pPr>
            <a:lvl7pPr>
              <a:defRPr sz="1650" b="1">
                <a:solidFill>
                  <a:srgbClr val="6D28E0"/>
                </a:solidFill>
                <a:latin typeface="Arial"/>
                <a:ea typeface="Arial"/>
                <a:cs typeface="Arial"/>
              </a:defRPr>
            </a:lvl7pPr>
            <a:lvl8pPr>
              <a:defRPr sz="1650" b="1">
                <a:solidFill>
                  <a:srgbClr val="6D28E0"/>
                </a:solidFill>
                <a:latin typeface="Arial"/>
                <a:ea typeface="Arial"/>
                <a:cs typeface="Arial"/>
              </a:defRPr>
            </a:lvl8pPr>
            <a:lvl9pPr>
              <a:defRPr sz="1650" b="1">
                <a:solidFill>
                  <a:srgbClr val="6D28E0"/>
                </a:solidFill>
                <a:latin typeface="Arial"/>
                <a:ea typeface="Arial"/>
                <a:cs typeface="Arial"/>
              </a:defRPr>
            </a:lvl9pPr>
          </a:lstStyle>
          <a:p xmlns:a="http://schemas.openxmlformats.org/drawingml/2006/main">
            <a:pPr>
              <a:defRPr sz="1650" b="1">
                <a:solidFill>
                  <a:srgbClr val="6D28E0"/>
                </a:solidFill>
                <a:latin typeface="Arial"/>
                <a:ea typeface="Arial"/>
                <a:cs typeface="Arial"/>
              </a:defRPr>
            </a:pPr>
            <a:r>
              <a:rPr sz="1650" b="1">
                <a:solidFill>
                  <a:srgbClr val="6D28E0"/>
                </a:solidFill>
                <a:latin typeface="Arial"/>
                <a:ea typeface="Arial"/>
                <a:cs typeface="Arial"/>
              </a:rPr>
              <a:t>Version record</a:t>
            </a:r>
          </a:p>
        </p:txBody>
      </p:sp>
      <p:sp>
        <p:nvSpPr>
          <p:cNvPr id="14" name="">
            <a:extLst xmlns:a="http://schemas.openxmlformats.org/drawingml/2006/main">
              <a:ext uri="{FF2B5EF4-FFF2-40B4-BE49-F238E27FC236}">
                <a16:creationId xmlns:a16="http://schemas.microsoft.com/office/drawing/2014/main" id="{D6C4773C-9A81-47B6-896D-3105182766E9}"/>
              </a:ext>
            </a:extLst>
          </p:cNvPr>
          <p:cNvSpPr>
            <a:spLocks xmlns:a="http://schemas.openxmlformats.org/drawingml/2006/main" noGrp="1"/>
          </p:cNvSpPr>
          <p:nvPr/>
        </p:nvSpPr>
        <p:spPr>
          <a:xfrm xmlns:a="http://schemas.openxmlformats.org/drawingml/2006/main">
            <a:off x="2952750" y="5124450"/>
            <a:ext cx="847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A1633"/>
                </a:solidFill>
                <a:latin typeface="Arial"/>
                <a:ea typeface="Arial"/>
                <a:cs typeface="Arial"/>
              </a:defRPr>
            </a:defPPr>
            <a:lvl1pPr>
              <a:defRPr sz="1950" b="0">
                <a:solidFill>
                  <a:srgbClr val="1A1633"/>
                </a:solidFill>
                <a:latin typeface="Arial"/>
                <a:ea typeface="Arial"/>
                <a:cs typeface="Arial"/>
              </a:defRPr>
            </a:lvl1pPr>
            <a:lvl2pPr>
              <a:defRPr sz="1950" b="0">
                <a:solidFill>
                  <a:srgbClr val="1A1633"/>
                </a:solidFill>
                <a:latin typeface="Arial"/>
                <a:ea typeface="Arial"/>
                <a:cs typeface="Arial"/>
              </a:defRPr>
            </a:lvl2pPr>
            <a:lvl3pPr>
              <a:defRPr sz="1950" b="0">
                <a:solidFill>
                  <a:srgbClr val="1A1633"/>
                </a:solidFill>
                <a:latin typeface="Arial"/>
                <a:ea typeface="Arial"/>
                <a:cs typeface="Arial"/>
              </a:defRPr>
            </a:lvl3pPr>
            <a:lvl4pPr>
              <a:defRPr sz="1950" b="0">
                <a:solidFill>
                  <a:srgbClr val="1A1633"/>
                </a:solidFill>
                <a:latin typeface="Arial"/>
                <a:ea typeface="Arial"/>
                <a:cs typeface="Arial"/>
              </a:defRPr>
            </a:lvl4pPr>
            <a:lvl5pPr>
              <a:defRPr sz="1950" b="0">
                <a:solidFill>
                  <a:srgbClr val="1A1633"/>
                </a:solidFill>
                <a:latin typeface="Arial"/>
                <a:ea typeface="Arial"/>
                <a:cs typeface="Arial"/>
              </a:defRPr>
            </a:lvl5pPr>
            <a:lvl6pPr>
              <a:defRPr sz="1950" b="0">
                <a:solidFill>
                  <a:srgbClr val="1A1633"/>
                </a:solidFill>
                <a:latin typeface="Arial"/>
                <a:ea typeface="Arial"/>
                <a:cs typeface="Arial"/>
              </a:defRPr>
            </a:lvl6pPr>
            <a:lvl7pPr>
              <a:defRPr sz="1950" b="0">
                <a:solidFill>
                  <a:srgbClr val="1A1633"/>
                </a:solidFill>
                <a:latin typeface="Arial"/>
                <a:ea typeface="Arial"/>
                <a:cs typeface="Arial"/>
              </a:defRPr>
            </a:lvl7pPr>
            <a:lvl8pPr>
              <a:defRPr sz="1950" b="0">
                <a:solidFill>
                  <a:srgbClr val="1A1633"/>
                </a:solidFill>
                <a:latin typeface="Arial"/>
                <a:ea typeface="Arial"/>
                <a:cs typeface="Arial"/>
              </a:defRPr>
            </a:lvl8pPr>
            <a:lvl9pPr>
              <a:defRPr sz="1950" b="0">
                <a:solidFill>
                  <a:srgbClr val="1A1633"/>
                </a:solidFill>
                <a:latin typeface="Arial"/>
                <a:ea typeface="Arial"/>
                <a:cs typeface="Arial"/>
              </a:defRPr>
            </a:lvl9pPr>
          </a:lstStyle>
          <a:p xmlns:a="http://schemas.openxmlformats.org/drawingml/2006/main">
            <a:pPr>
              <a:defRPr sz="1950" b="0">
                <a:solidFill>
                  <a:srgbClr val="1A1633"/>
                </a:solidFill>
                <a:latin typeface="Arial"/>
                <a:ea typeface="Arial"/>
                <a:cs typeface="Arial"/>
              </a:defRPr>
            </a:pPr>
            <a:r>
              <a:rPr sz="1950" b="0">
                <a:solidFill>
                  <a:srgbClr val="1A1633"/>
                </a:solidFill>
                <a:latin typeface="Arial"/>
                <a:ea typeface="Arial"/>
                <a:cs typeface="Arial"/>
              </a:rPr>
              <a:t>[Unit key / cycle / revision / unresolved findings]</a:t>
            </a:r>
          </a:p>
        </p:txBody>
      </p:sp>
    </p:spTree>
    <p:extLst>
      <p:ext uri="{BB962C8B-B14F-4D97-AF65-F5344CB8AC3E}">
        <p14:creationId xmlns:p14="http://schemas.microsoft.com/office/powerpoint/2010/main" val="194391709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2026-10-18T10:11:57.7260000Z</dcterms:created>
  <dcterms:modified xsi:type="dcterms:W3CDTF">2026-10-18T10:11:57.7260000Z</dcterms:modified>
</coreProperties>
</file>